
<file path=[Content_Types].xml><?xml version="1.0" encoding="utf-8"?>
<Types xmlns="http://schemas.openxmlformats.org/package/2006/content-types">
  <Default Extension="bin" ContentType="application/vnd.openxmlformats-officedocument.oleObject"/>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9144000" cy="6858000" type="screen4x3"/>
  <p:notesSz cx="6858000" cy="9144000"/>
  <p:embeddedFontLst>
    <p:embeddedFont>
      <p:font typeface="Helvetica Neue" panose="02000503000000020004" pitchFamily="2" charset="0"/>
      <p:regular r:id="rId48"/>
      <p:bold r:id="rId49"/>
      <p:italic r:id="rId50"/>
      <p:boldItalic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suoTb7kjn6NvUPpc7DiroBECH+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87"/>
  </p:normalViewPr>
  <p:slideViewPr>
    <p:cSldViewPr snapToGrid="0">
      <p:cViewPr varScale="1">
        <p:scale>
          <a:sx n="112" d="100"/>
          <a:sy n="112" d="100"/>
        </p:scale>
        <p:origin x="1832" y="20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font" Target="fonts/font3.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8"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1.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2.fntdata"/><Relationship Id="rId5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a:t>
            </a:fld>
            <a:endParaRPr sz="1200" b="0" i="0" u="none" strike="noStrike" cap="none">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5" name="Google Shape;9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 name="Google Shape;96;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2" name="Google Shape;102;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9" name="Google Shape;129;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6" name="Google Shape;136;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5" name="Google Shape;145;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2" name="Google Shape;152;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
        <p:nvSpPr>
          <p:cNvPr id="174" name="Google Shape;174;p7:notes"/>
          <p:cNvSpPr>
            <a:spLocks noGrp="1" noRot="1" noChangeAspect="1"/>
          </p:cNvSpPr>
          <p:nvPr>
            <p:ph type="sldImg" idx="2"/>
          </p:nvPr>
        </p:nvSpPr>
        <p:spPr>
          <a:xfrm>
            <a:off x="1289050" y="796925"/>
            <a:ext cx="4278313" cy="32083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5" name="Google Shape;175;p7:notes"/>
          <p:cNvSpPr txBox="1">
            <a:spLocks noGrp="1"/>
          </p:cNvSpPr>
          <p:nvPr>
            <p:ph type="body" idx="1"/>
          </p:nvPr>
        </p:nvSpPr>
        <p:spPr>
          <a:xfrm>
            <a:off x="914400" y="4344988"/>
            <a:ext cx="5029200" cy="38496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Regardless of the type of data you are dealing with and the direction in which it is going, the concept is basically the same.</a:t>
            </a:r>
            <a:endParaRPr/>
          </a:p>
          <a:p>
            <a:pPr marL="0" lvl="0" indent="0" algn="l" rtl="0">
              <a:spcBef>
                <a:spcPts val="360"/>
              </a:spcBef>
              <a:spcAft>
                <a:spcPts val="0"/>
              </a:spcAft>
              <a:buNone/>
            </a:pPr>
            <a:endParaRPr/>
          </a:p>
          <a:p>
            <a:pPr marL="0" lvl="0" indent="0" algn="l" rtl="0">
              <a:spcBef>
                <a:spcPts val="360"/>
              </a:spcBef>
              <a:spcAft>
                <a:spcPts val="0"/>
              </a:spcAft>
              <a:buNone/>
            </a:pPr>
            <a:r>
              <a:rPr lang="en-US"/>
              <a:t>Read slide.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5" name="Google Shape;185;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2" name="Google Shape;192;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9" name="Google Shape;199;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5" name="Google Shape;20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2" name="Google Shape;212;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9" name="Google Shape;219;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6" name="Google Shape;226;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3" name="Google Shape;23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3" name="Google Shape;243;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0" name="Google Shape;250;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
        <p:nvSpPr>
          <p:cNvPr id="257" name="Google Shape;257;p18:notes"/>
          <p:cNvSpPr>
            <a:spLocks noGrp="1" noRot="1" noChangeAspect="1"/>
          </p:cNvSpPr>
          <p:nvPr>
            <p:ph type="sldImg" idx="2"/>
          </p:nvPr>
        </p:nvSpPr>
        <p:spPr>
          <a:xfrm>
            <a:off x="1289050" y="796925"/>
            <a:ext cx="4278313" cy="32083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8" name="Google Shape;258;p18:notes"/>
          <p:cNvSpPr txBox="1">
            <a:spLocks noGrp="1"/>
          </p:cNvSpPr>
          <p:nvPr>
            <p:ph type="body" idx="1"/>
          </p:nvPr>
        </p:nvSpPr>
        <p:spPr>
          <a:xfrm>
            <a:off x="914400" y="4344988"/>
            <a:ext cx="5029200" cy="38496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We want some functionality in our input stream, we want to be able to read a string of characters and do some processing with them. so we use an input stream reader, a subclass of reader to convert the bytes read from the input stream to characters.  Each read operation may cause more than one read on the underlying stream. Which could be inefficient so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
        <p:nvSpPr>
          <p:cNvPr id="265" name="Google Shape;265;p19:notes"/>
          <p:cNvSpPr>
            <a:spLocks noGrp="1" noRot="1" noChangeAspect="1"/>
          </p:cNvSpPr>
          <p:nvPr>
            <p:ph type="sldImg" idx="2"/>
          </p:nvPr>
        </p:nvSpPr>
        <p:spPr>
          <a:xfrm>
            <a:off x="1289050" y="796925"/>
            <a:ext cx="4278313" cy="32083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6" name="Google Shape;266;p19:notes"/>
          <p:cNvSpPr txBox="1">
            <a:spLocks noGrp="1"/>
          </p:cNvSpPr>
          <p:nvPr>
            <p:ph type="body" idx="1"/>
          </p:nvPr>
        </p:nvSpPr>
        <p:spPr>
          <a:xfrm>
            <a:off x="914400" y="4344988"/>
            <a:ext cx="5029200" cy="38496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We wrap the InputStreamReader in a  BufferedReader which also subclasses reader  for extra efficiency . This means that instead of reading every single character individually characters can be read into a buffer. The class offers a default buffer, or you can specify the size.</a:t>
            </a:r>
            <a:endParaRPr/>
          </a:p>
          <a:p>
            <a:pPr marL="0" lvl="0" indent="0" algn="l" rtl="0">
              <a:spcBef>
                <a:spcPts val="36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3" name="Google Shape;273;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
        <p:nvSpPr>
          <p:cNvPr id="283" name="Google Shape;283;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4" name="Google Shape;284;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Wrapping of stream objects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94" name="Google Shape;294;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0" name="Google Shape;300;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7" name="Google Shape;307;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14" name="Google Shape;314;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1" name="Google Shape;321;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8" name="Google Shape;328;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5" name="Google Shape;335;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2" name="Google Shape;342;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9" name="Google Shape;349;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6" name="Google Shape;356;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3" name="Google Shape;363;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70" name="Google Shape;370;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77" name="Google Shape;377;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85" name="Google Shape;385;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3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
        <p:nvSpPr>
          <p:cNvPr id="392" name="Google Shape;392;p36:notes"/>
          <p:cNvSpPr>
            <a:spLocks noGrp="1" noRot="1" noChangeAspect="1"/>
          </p:cNvSpPr>
          <p:nvPr>
            <p:ph type="sldImg" idx="2"/>
          </p:nvPr>
        </p:nvSpPr>
        <p:spPr>
          <a:xfrm>
            <a:off x="1289050" y="795338"/>
            <a:ext cx="4279900" cy="3209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3" name="Google Shape;393;p36:notes"/>
          <p:cNvSpPr txBox="1">
            <a:spLocks noGrp="1"/>
          </p:cNvSpPr>
          <p:nvPr>
            <p:ph type="body" idx="1"/>
          </p:nvPr>
        </p:nvSpPr>
        <p:spPr>
          <a:xfrm>
            <a:off x="914400" y="4344988"/>
            <a:ext cx="5029200" cy="385127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t>So in order to read from a file, we use a subclass of InputStreamReader, called fileReader,  </a:t>
            </a:r>
            <a:endParaRPr/>
          </a:p>
          <a:p>
            <a:pPr marL="0" lvl="0" indent="0" algn="l" rtl="0">
              <a:spcBef>
                <a:spcPts val="480"/>
              </a:spcBef>
              <a:spcAft>
                <a:spcPts val="0"/>
              </a:spcAft>
              <a:buNone/>
            </a:pPr>
            <a:r>
              <a:rPr lang="en-US" sz="1600"/>
              <a:t>This class offers 3 constructors:</a:t>
            </a:r>
            <a:endParaRPr/>
          </a:p>
          <a:p>
            <a:pPr marL="0" lvl="0" indent="-101600" algn="l" rtl="0">
              <a:spcBef>
                <a:spcPts val="480"/>
              </a:spcBef>
              <a:spcAft>
                <a:spcPts val="0"/>
              </a:spcAft>
              <a:buClr>
                <a:schemeClr val="dk1"/>
              </a:buClr>
              <a:buSzPts val="1600"/>
              <a:buFont typeface="Times New Roman"/>
              <a:buChar char="-"/>
            </a:pPr>
            <a:r>
              <a:rPr lang="en-US" sz="1600"/>
              <a:t>one of which takes an object of type file, </a:t>
            </a:r>
            <a:endParaRPr/>
          </a:p>
          <a:p>
            <a:pPr marL="0" lvl="0" indent="-101600" algn="l" rtl="0">
              <a:spcBef>
                <a:spcPts val="480"/>
              </a:spcBef>
              <a:spcAft>
                <a:spcPts val="0"/>
              </a:spcAft>
              <a:buClr>
                <a:schemeClr val="dk1"/>
              </a:buClr>
              <a:buSzPts val="1600"/>
              <a:buFont typeface="Times New Roman"/>
              <a:buChar char="-"/>
            </a:pPr>
            <a:r>
              <a:rPr lang="en-US" sz="1600"/>
              <a:t>one of which takes a file descriptor, that is a handle to an underlying file, </a:t>
            </a:r>
            <a:endParaRPr/>
          </a:p>
          <a:p>
            <a:pPr marL="0" lvl="0" indent="-101600" algn="l" rtl="0">
              <a:spcBef>
                <a:spcPts val="480"/>
              </a:spcBef>
              <a:spcAft>
                <a:spcPts val="0"/>
              </a:spcAft>
              <a:buClr>
                <a:schemeClr val="dk1"/>
              </a:buClr>
              <a:buSzPts val="1600"/>
              <a:buFont typeface="Times New Roman"/>
              <a:buChar char="-"/>
            </a:pPr>
            <a:r>
              <a:rPr lang="en-US" sz="1600"/>
              <a:t>and the last which takes a string, representing a filename.  You will most likely be interested in the string version.</a:t>
            </a:r>
            <a:endParaRPr/>
          </a:p>
          <a:p>
            <a:pPr marL="0" lvl="0" indent="0" algn="l" rtl="0">
              <a:spcBef>
                <a:spcPts val="480"/>
              </a:spcBef>
              <a:spcAft>
                <a:spcPts val="0"/>
              </a:spcAft>
              <a:buClr>
                <a:schemeClr val="dk1"/>
              </a:buClr>
              <a:buSzPts val="1600"/>
              <a:buFont typeface="Times New Roman"/>
              <a:buNone/>
            </a:pPr>
            <a:endParaRPr sz="1600"/>
          </a:p>
          <a:p>
            <a:pPr marL="0" lvl="0" indent="-101600" algn="l" rtl="0">
              <a:spcBef>
                <a:spcPts val="480"/>
              </a:spcBef>
              <a:spcAft>
                <a:spcPts val="0"/>
              </a:spcAft>
              <a:buClr>
                <a:schemeClr val="dk1"/>
              </a:buClr>
              <a:buSzPts val="1600"/>
              <a:buFont typeface="Times New Roman"/>
              <a:buChar char="-"/>
            </a:pPr>
            <a:r>
              <a:rPr lang="en-US" sz="1600"/>
              <a:t>No new methods in that class</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01" name="Google Shape;401;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08" name="Google Shape;408;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15" name="Google Shape;415;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4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
        <p:nvSpPr>
          <p:cNvPr id="422" name="Google Shape;422;p40:notes"/>
          <p:cNvSpPr>
            <a:spLocks noGrp="1" noRot="1" noChangeAspect="1"/>
          </p:cNvSpPr>
          <p:nvPr>
            <p:ph type="sldImg" idx="2"/>
          </p:nvPr>
        </p:nvSpPr>
        <p:spPr>
          <a:xfrm>
            <a:off x="1144588"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3" name="Google Shape;423;p40:notes"/>
          <p:cNvSpPr txBox="1">
            <a:spLocks noGrp="1"/>
          </p:cNvSpPr>
          <p:nvPr>
            <p:ph type="body" idx="1"/>
          </p:nvPr>
        </p:nvSpPr>
        <p:spPr>
          <a:xfrm>
            <a:off x="917575" y="4341813"/>
            <a:ext cx="5022850" cy="41163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t>In order to write into a file, we use a subclass of Output Stream Writer, called FileWriter.</a:t>
            </a:r>
            <a:endParaRPr/>
          </a:p>
          <a:p>
            <a:pPr marL="0" lvl="0" indent="0" algn="l" rtl="0">
              <a:spcBef>
                <a:spcPts val="480"/>
              </a:spcBef>
              <a:spcAft>
                <a:spcPts val="0"/>
              </a:spcAft>
              <a:buNone/>
            </a:pPr>
            <a:r>
              <a:rPr lang="en-US" sz="1600"/>
              <a:t>This class offers 5 constructors:</a:t>
            </a:r>
            <a:endParaRPr/>
          </a:p>
          <a:p>
            <a:pPr marL="0" lvl="0" indent="0" algn="l" rtl="0">
              <a:spcBef>
                <a:spcPts val="480"/>
              </a:spcBef>
              <a:spcAft>
                <a:spcPts val="0"/>
              </a:spcAft>
              <a:buNone/>
            </a:pPr>
            <a:r>
              <a:rPr lang="en-US" sz="1600"/>
              <a:t>- READ THE SLIDE</a:t>
            </a:r>
            <a:endParaRPr sz="16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4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
        <p:nvSpPr>
          <p:cNvPr id="430" name="Google Shape;430;p41:notes"/>
          <p:cNvSpPr>
            <a:spLocks noGrp="1" noRot="1" noChangeAspect="1"/>
          </p:cNvSpPr>
          <p:nvPr>
            <p:ph type="sldImg" idx="2"/>
          </p:nvPr>
        </p:nvSpPr>
        <p:spPr>
          <a:xfrm>
            <a:off x="1144588"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1" name="Google Shape;431;p41:notes"/>
          <p:cNvSpPr txBox="1">
            <a:spLocks noGrp="1"/>
          </p:cNvSpPr>
          <p:nvPr>
            <p:ph type="body" idx="1"/>
          </p:nvPr>
        </p:nvSpPr>
        <p:spPr>
          <a:xfrm>
            <a:off x="917575" y="4341813"/>
            <a:ext cx="5022850" cy="41163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READ THE SLIDE</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4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a:p>
        </p:txBody>
      </p:sp>
      <p:sp>
        <p:nvSpPr>
          <p:cNvPr id="438" name="Google Shape;438;p42:notes"/>
          <p:cNvSpPr>
            <a:spLocks noGrp="1" noRot="1" noChangeAspect="1"/>
          </p:cNvSpPr>
          <p:nvPr>
            <p:ph type="sldImg" idx="2"/>
          </p:nvPr>
        </p:nvSpPr>
        <p:spPr>
          <a:xfrm>
            <a:off x="1144588"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9" name="Google Shape;439;p42:notes"/>
          <p:cNvSpPr txBox="1">
            <a:spLocks noGrp="1"/>
          </p:cNvSpPr>
          <p:nvPr>
            <p:ph type="body" idx="1"/>
          </p:nvPr>
        </p:nvSpPr>
        <p:spPr>
          <a:xfrm>
            <a:off x="917575" y="4341813"/>
            <a:ext cx="5022850" cy="41163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READ THE SLIDE</a:t>
            </a:r>
            <a:endParaRPr/>
          </a:p>
          <a:p>
            <a:pPr marL="0" lvl="0" indent="0" algn="l" rtl="0">
              <a:spcBef>
                <a:spcPts val="360"/>
              </a:spcBef>
              <a:spcAft>
                <a:spcPts val="0"/>
              </a:spcAft>
              <a:buNone/>
            </a:pPr>
            <a:r>
              <a:rPr lang="en-US"/>
              <a:t>(The parameters are the thing to be written in the FileWriter)</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46" name="Google Shape;446;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3" name="Google Shape;453;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60" name="Google Shape;460;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47"/>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 name="Google Shape;17;p47"/>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Autofit/>
          </a:bodyPr>
          <a:lstStyle>
            <a:lvl1pPr lvl="0" algn="ctr">
              <a:spcBef>
                <a:spcPts val="480"/>
              </a:spcBef>
              <a:spcAft>
                <a:spcPts val="0"/>
              </a:spcAft>
              <a:buClr>
                <a:schemeClr val="dk1"/>
              </a:buClr>
              <a:buSzPts val="2400"/>
              <a:buFont typeface="Arial"/>
              <a:buNone/>
              <a:defRPr sz="2400"/>
            </a:lvl1pPr>
            <a:lvl2pPr lvl="1" algn="ctr">
              <a:spcBef>
                <a:spcPts val="400"/>
              </a:spcBef>
              <a:spcAft>
                <a:spcPts val="0"/>
              </a:spcAft>
              <a:buClr>
                <a:schemeClr val="dk1"/>
              </a:buClr>
              <a:buSzPts val="2000"/>
              <a:buFont typeface="Arial"/>
              <a:buNone/>
              <a:defRPr sz="2000"/>
            </a:lvl2pPr>
            <a:lvl3pPr lvl="2" algn="ctr">
              <a:spcBef>
                <a:spcPts val="360"/>
              </a:spcBef>
              <a:spcAft>
                <a:spcPts val="0"/>
              </a:spcAft>
              <a:buClr>
                <a:schemeClr val="dk1"/>
              </a:buClr>
              <a:buSzPts val="1800"/>
              <a:buFont typeface="Arial"/>
              <a:buNone/>
              <a:defRPr sz="1800"/>
            </a:lvl3pPr>
            <a:lvl4pPr lvl="3" algn="ctr">
              <a:spcBef>
                <a:spcPts val="320"/>
              </a:spcBef>
              <a:spcAft>
                <a:spcPts val="0"/>
              </a:spcAft>
              <a:buClr>
                <a:schemeClr val="dk1"/>
              </a:buClr>
              <a:buSzPts val="1600"/>
              <a:buFont typeface="Arial"/>
              <a:buNone/>
              <a:defRPr sz="1600"/>
            </a:lvl4pPr>
            <a:lvl5pPr lvl="4" algn="ctr">
              <a:spcBef>
                <a:spcPts val="320"/>
              </a:spcBef>
              <a:spcAft>
                <a:spcPts val="0"/>
              </a:spcAft>
              <a:buClr>
                <a:schemeClr val="dk1"/>
              </a:buClr>
              <a:buSzPts val="1600"/>
              <a:buFont typeface="Arial"/>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47"/>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47"/>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7"/>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b="0" i="0" u="none" strike="noStrike" cap="none">
                <a:solidFill>
                  <a:schemeClr val="dk1"/>
                </a:solidFill>
                <a:latin typeface="Arial"/>
                <a:ea typeface="Arial"/>
                <a:cs typeface="Arial"/>
                <a:sym typeface="Arial"/>
              </a:defRPr>
            </a:lvl1pPr>
            <a:lvl2pPr marL="0" lvl="1" indent="0" algn="r">
              <a:spcBef>
                <a:spcPts val="0"/>
              </a:spcBef>
              <a:spcAft>
                <a:spcPts val="0"/>
              </a:spcAft>
              <a:buNone/>
              <a:defRPr sz="1400" b="0" i="0" u="none" strike="noStrike" cap="none">
                <a:solidFill>
                  <a:schemeClr val="dk1"/>
                </a:solidFill>
                <a:latin typeface="Arial"/>
                <a:ea typeface="Arial"/>
                <a:cs typeface="Arial"/>
                <a:sym typeface="Arial"/>
              </a:defRPr>
            </a:lvl2pPr>
            <a:lvl3pPr marL="0" lvl="2" indent="0" algn="r">
              <a:spcBef>
                <a:spcPts val="0"/>
              </a:spcBef>
              <a:spcAft>
                <a:spcPts val="0"/>
              </a:spcAft>
              <a:buNone/>
              <a:defRPr sz="1400" b="0" i="0" u="none" strike="noStrike" cap="none">
                <a:solidFill>
                  <a:schemeClr val="dk1"/>
                </a:solidFill>
                <a:latin typeface="Arial"/>
                <a:ea typeface="Arial"/>
                <a:cs typeface="Arial"/>
                <a:sym typeface="Arial"/>
              </a:defRPr>
            </a:lvl3pPr>
            <a:lvl4pPr marL="0" lvl="3" indent="0" algn="r">
              <a:spcBef>
                <a:spcPts val="0"/>
              </a:spcBef>
              <a:spcAft>
                <a:spcPts val="0"/>
              </a:spcAft>
              <a:buNone/>
              <a:defRPr sz="1400" b="0" i="0" u="none" strike="noStrike" cap="none">
                <a:solidFill>
                  <a:schemeClr val="dk1"/>
                </a:solidFill>
                <a:latin typeface="Arial"/>
                <a:ea typeface="Arial"/>
                <a:cs typeface="Arial"/>
                <a:sym typeface="Arial"/>
              </a:defRPr>
            </a:lvl4pPr>
            <a:lvl5pPr marL="0" lvl="4" indent="0" algn="r">
              <a:spcBef>
                <a:spcPts val="0"/>
              </a:spcBef>
              <a:spcAft>
                <a:spcPts val="0"/>
              </a:spcAft>
              <a:buNone/>
              <a:defRPr sz="1400" b="0" i="0" u="none" strike="noStrike" cap="none">
                <a:solidFill>
                  <a:schemeClr val="dk1"/>
                </a:solidFill>
                <a:latin typeface="Arial"/>
                <a:ea typeface="Arial"/>
                <a:cs typeface="Arial"/>
                <a:sym typeface="Arial"/>
              </a:defRPr>
            </a:lvl5pPr>
            <a:lvl6pPr marL="0" lvl="5" indent="0" algn="r">
              <a:spcBef>
                <a:spcPts val="0"/>
              </a:spcBef>
              <a:spcAft>
                <a:spcPts val="0"/>
              </a:spcAft>
              <a:buNone/>
              <a:defRPr sz="1400" b="0" i="0" u="none" strike="noStrike" cap="none">
                <a:solidFill>
                  <a:schemeClr val="dk1"/>
                </a:solidFill>
                <a:latin typeface="Arial"/>
                <a:ea typeface="Arial"/>
                <a:cs typeface="Arial"/>
                <a:sym typeface="Arial"/>
              </a:defRPr>
            </a:lvl6pPr>
            <a:lvl7pPr marL="0" lvl="6" indent="0" algn="r">
              <a:spcBef>
                <a:spcPts val="0"/>
              </a:spcBef>
              <a:spcAft>
                <a:spcPts val="0"/>
              </a:spcAft>
              <a:buNone/>
              <a:defRPr sz="1400" b="0" i="0" u="none" strike="noStrike" cap="none">
                <a:solidFill>
                  <a:schemeClr val="dk1"/>
                </a:solidFill>
                <a:latin typeface="Arial"/>
                <a:ea typeface="Arial"/>
                <a:cs typeface="Arial"/>
                <a:sym typeface="Arial"/>
              </a:defRPr>
            </a:lvl7pPr>
            <a:lvl8pPr marL="0" lvl="7" indent="0" algn="r">
              <a:spcBef>
                <a:spcPts val="0"/>
              </a:spcBef>
              <a:spcAft>
                <a:spcPts val="0"/>
              </a:spcAft>
              <a:buNone/>
              <a:defRPr sz="1400" b="0" i="0" u="none" strike="noStrike" cap="none">
                <a:solidFill>
                  <a:schemeClr val="dk1"/>
                </a:solidFill>
                <a:latin typeface="Arial"/>
                <a:ea typeface="Arial"/>
                <a:cs typeface="Arial"/>
                <a:sym typeface="Arial"/>
              </a:defRPr>
            </a:lvl8pPr>
            <a:lvl9pPr marL="0" lvl="8" indent="0" algn="r">
              <a:spcBef>
                <a:spcPts val="0"/>
              </a:spcBef>
              <a:spcAft>
                <a:spcPts val="0"/>
              </a:spcAft>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 name="Google Shape;23;p4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48"/>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8"/>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8"/>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b="0" i="0" u="none" strike="noStrike" cap="none">
                <a:solidFill>
                  <a:schemeClr val="dk1"/>
                </a:solidFill>
                <a:latin typeface="Arial"/>
                <a:ea typeface="Arial"/>
                <a:cs typeface="Arial"/>
                <a:sym typeface="Arial"/>
              </a:defRPr>
            </a:lvl1pPr>
            <a:lvl2pPr marL="0" lvl="1" indent="0" algn="r">
              <a:spcBef>
                <a:spcPts val="0"/>
              </a:spcBef>
              <a:spcAft>
                <a:spcPts val="0"/>
              </a:spcAft>
              <a:buNone/>
              <a:defRPr sz="1400" b="0" i="0" u="none" strike="noStrike" cap="none">
                <a:solidFill>
                  <a:schemeClr val="dk1"/>
                </a:solidFill>
                <a:latin typeface="Arial"/>
                <a:ea typeface="Arial"/>
                <a:cs typeface="Arial"/>
                <a:sym typeface="Arial"/>
              </a:defRPr>
            </a:lvl2pPr>
            <a:lvl3pPr marL="0" lvl="2" indent="0" algn="r">
              <a:spcBef>
                <a:spcPts val="0"/>
              </a:spcBef>
              <a:spcAft>
                <a:spcPts val="0"/>
              </a:spcAft>
              <a:buNone/>
              <a:defRPr sz="1400" b="0" i="0" u="none" strike="noStrike" cap="none">
                <a:solidFill>
                  <a:schemeClr val="dk1"/>
                </a:solidFill>
                <a:latin typeface="Arial"/>
                <a:ea typeface="Arial"/>
                <a:cs typeface="Arial"/>
                <a:sym typeface="Arial"/>
              </a:defRPr>
            </a:lvl3pPr>
            <a:lvl4pPr marL="0" lvl="3" indent="0" algn="r">
              <a:spcBef>
                <a:spcPts val="0"/>
              </a:spcBef>
              <a:spcAft>
                <a:spcPts val="0"/>
              </a:spcAft>
              <a:buNone/>
              <a:defRPr sz="1400" b="0" i="0" u="none" strike="noStrike" cap="none">
                <a:solidFill>
                  <a:schemeClr val="dk1"/>
                </a:solidFill>
                <a:latin typeface="Arial"/>
                <a:ea typeface="Arial"/>
                <a:cs typeface="Arial"/>
                <a:sym typeface="Arial"/>
              </a:defRPr>
            </a:lvl4pPr>
            <a:lvl5pPr marL="0" lvl="4" indent="0" algn="r">
              <a:spcBef>
                <a:spcPts val="0"/>
              </a:spcBef>
              <a:spcAft>
                <a:spcPts val="0"/>
              </a:spcAft>
              <a:buNone/>
              <a:defRPr sz="1400" b="0" i="0" u="none" strike="noStrike" cap="none">
                <a:solidFill>
                  <a:schemeClr val="dk1"/>
                </a:solidFill>
                <a:latin typeface="Arial"/>
                <a:ea typeface="Arial"/>
                <a:cs typeface="Arial"/>
                <a:sym typeface="Arial"/>
              </a:defRPr>
            </a:lvl5pPr>
            <a:lvl6pPr marL="0" lvl="5" indent="0" algn="r">
              <a:spcBef>
                <a:spcPts val="0"/>
              </a:spcBef>
              <a:spcAft>
                <a:spcPts val="0"/>
              </a:spcAft>
              <a:buNone/>
              <a:defRPr sz="1400" b="0" i="0" u="none" strike="noStrike" cap="none">
                <a:solidFill>
                  <a:schemeClr val="dk1"/>
                </a:solidFill>
                <a:latin typeface="Arial"/>
                <a:ea typeface="Arial"/>
                <a:cs typeface="Arial"/>
                <a:sym typeface="Arial"/>
              </a:defRPr>
            </a:lvl6pPr>
            <a:lvl7pPr marL="0" lvl="6" indent="0" algn="r">
              <a:spcBef>
                <a:spcPts val="0"/>
              </a:spcBef>
              <a:spcAft>
                <a:spcPts val="0"/>
              </a:spcAft>
              <a:buNone/>
              <a:defRPr sz="1400" b="0" i="0" u="none" strike="noStrike" cap="none">
                <a:solidFill>
                  <a:schemeClr val="dk1"/>
                </a:solidFill>
                <a:latin typeface="Arial"/>
                <a:ea typeface="Arial"/>
                <a:cs typeface="Arial"/>
                <a:sym typeface="Arial"/>
              </a:defRPr>
            </a:lvl7pPr>
            <a:lvl8pPr marL="0" lvl="7" indent="0" algn="r">
              <a:spcBef>
                <a:spcPts val="0"/>
              </a:spcBef>
              <a:spcAft>
                <a:spcPts val="0"/>
              </a:spcAft>
              <a:buNone/>
              <a:defRPr sz="1400" b="0" i="0" u="none" strike="noStrike" cap="none">
                <a:solidFill>
                  <a:schemeClr val="dk1"/>
                </a:solidFill>
                <a:latin typeface="Arial"/>
                <a:ea typeface="Arial"/>
                <a:cs typeface="Arial"/>
                <a:sym typeface="Arial"/>
              </a:defRPr>
            </a:lvl8pPr>
            <a:lvl9pPr marL="0" lvl="8" indent="0" algn="r">
              <a:spcBef>
                <a:spcPts val="0"/>
              </a:spcBef>
              <a:spcAft>
                <a:spcPts val="0"/>
              </a:spcAft>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4 Content" type="fourObj">
  <p:cSld name="FOUR_OBJECTS">
    <p:spTree>
      <p:nvGrpSpPr>
        <p:cNvPr id="1" name="Shape 27"/>
        <p:cNvGrpSpPr/>
        <p:nvPr/>
      </p:nvGrpSpPr>
      <p:grpSpPr>
        <a:xfrm>
          <a:off x="0" y="0"/>
          <a:ext cx="0" cy="0"/>
          <a:chOff x="0" y="0"/>
          <a:chExt cx="0" cy="0"/>
        </a:xfrm>
      </p:grpSpPr>
      <p:sp>
        <p:nvSpPr>
          <p:cNvPr id="28" name="Google Shape;28;p4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9" name="Google Shape;29;p49"/>
          <p:cNvSpPr txBox="1">
            <a:spLocks noGrp="1"/>
          </p:cNvSpPr>
          <p:nvPr>
            <p:ph type="body" idx="1"/>
          </p:nvPr>
        </p:nvSpPr>
        <p:spPr>
          <a:xfrm>
            <a:off x="457200" y="1600200"/>
            <a:ext cx="4038600" cy="2185988"/>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49"/>
          <p:cNvSpPr txBox="1">
            <a:spLocks noGrp="1"/>
          </p:cNvSpPr>
          <p:nvPr>
            <p:ph type="body" idx="2"/>
          </p:nvPr>
        </p:nvSpPr>
        <p:spPr>
          <a:xfrm>
            <a:off x="4648200" y="1600200"/>
            <a:ext cx="4038600" cy="2185988"/>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49"/>
          <p:cNvSpPr txBox="1">
            <a:spLocks noGrp="1"/>
          </p:cNvSpPr>
          <p:nvPr>
            <p:ph type="body" idx="3"/>
          </p:nvPr>
        </p:nvSpPr>
        <p:spPr>
          <a:xfrm>
            <a:off x="457200" y="3938588"/>
            <a:ext cx="4038600" cy="2187575"/>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49"/>
          <p:cNvSpPr txBox="1">
            <a:spLocks noGrp="1"/>
          </p:cNvSpPr>
          <p:nvPr>
            <p:ph type="body" idx="4"/>
          </p:nvPr>
        </p:nvSpPr>
        <p:spPr>
          <a:xfrm>
            <a:off x="4648200" y="3938588"/>
            <a:ext cx="4038600" cy="2187575"/>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49"/>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49"/>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9"/>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b="0" i="0" u="none" strike="noStrike" cap="none">
                <a:solidFill>
                  <a:schemeClr val="dk1"/>
                </a:solidFill>
                <a:latin typeface="Arial"/>
                <a:ea typeface="Arial"/>
                <a:cs typeface="Arial"/>
                <a:sym typeface="Arial"/>
              </a:defRPr>
            </a:lvl1pPr>
            <a:lvl2pPr marL="0" lvl="1" indent="0" algn="r">
              <a:spcBef>
                <a:spcPts val="0"/>
              </a:spcBef>
              <a:spcAft>
                <a:spcPts val="0"/>
              </a:spcAft>
              <a:buNone/>
              <a:defRPr sz="1400" b="0" i="0" u="none" strike="noStrike" cap="none">
                <a:solidFill>
                  <a:schemeClr val="dk1"/>
                </a:solidFill>
                <a:latin typeface="Arial"/>
                <a:ea typeface="Arial"/>
                <a:cs typeface="Arial"/>
                <a:sym typeface="Arial"/>
              </a:defRPr>
            </a:lvl2pPr>
            <a:lvl3pPr marL="0" lvl="2" indent="0" algn="r">
              <a:spcBef>
                <a:spcPts val="0"/>
              </a:spcBef>
              <a:spcAft>
                <a:spcPts val="0"/>
              </a:spcAft>
              <a:buNone/>
              <a:defRPr sz="1400" b="0" i="0" u="none" strike="noStrike" cap="none">
                <a:solidFill>
                  <a:schemeClr val="dk1"/>
                </a:solidFill>
                <a:latin typeface="Arial"/>
                <a:ea typeface="Arial"/>
                <a:cs typeface="Arial"/>
                <a:sym typeface="Arial"/>
              </a:defRPr>
            </a:lvl3pPr>
            <a:lvl4pPr marL="0" lvl="3" indent="0" algn="r">
              <a:spcBef>
                <a:spcPts val="0"/>
              </a:spcBef>
              <a:spcAft>
                <a:spcPts val="0"/>
              </a:spcAft>
              <a:buNone/>
              <a:defRPr sz="1400" b="0" i="0" u="none" strike="noStrike" cap="none">
                <a:solidFill>
                  <a:schemeClr val="dk1"/>
                </a:solidFill>
                <a:latin typeface="Arial"/>
                <a:ea typeface="Arial"/>
                <a:cs typeface="Arial"/>
                <a:sym typeface="Arial"/>
              </a:defRPr>
            </a:lvl4pPr>
            <a:lvl5pPr marL="0" lvl="4" indent="0" algn="r">
              <a:spcBef>
                <a:spcPts val="0"/>
              </a:spcBef>
              <a:spcAft>
                <a:spcPts val="0"/>
              </a:spcAft>
              <a:buNone/>
              <a:defRPr sz="1400" b="0" i="0" u="none" strike="noStrike" cap="none">
                <a:solidFill>
                  <a:schemeClr val="dk1"/>
                </a:solidFill>
                <a:latin typeface="Arial"/>
                <a:ea typeface="Arial"/>
                <a:cs typeface="Arial"/>
                <a:sym typeface="Arial"/>
              </a:defRPr>
            </a:lvl5pPr>
            <a:lvl6pPr marL="0" lvl="5" indent="0" algn="r">
              <a:spcBef>
                <a:spcPts val="0"/>
              </a:spcBef>
              <a:spcAft>
                <a:spcPts val="0"/>
              </a:spcAft>
              <a:buNone/>
              <a:defRPr sz="1400" b="0" i="0" u="none" strike="noStrike" cap="none">
                <a:solidFill>
                  <a:schemeClr val="dk1"/>
                </a:solidFill>
                <a:latin typeface="Arial"/>
                <a:ea typeface="Arial"/>
                <a:cs typeface="Arial"/>
                <a:sym typeface="Arial"/>
              </a:defRPr>
            </a:lvl6pPr>
            <a:lvl7pPr marL="0" lvl="6" indent="0" algn="r">
              <a:spcBef>
                <a:spcPts val="0"/>
              </a:spcBef>
              <a:spcAft>
                <a:spcPts val="0"/>
              </a:spcAft>
              <a:buNone/>
              <a:defRPr sz="1400" b="0" i="0" u="none" strike="noStrike" cap="none">
                <a:solidFill>
                  <a:schemeClr val="dk1"/>
                </a:solidFill>
                <a:latin typeface="Arial"/>
                <a:ea typeface="Arial"/>
                <a:cs typeface="Arial"/>
                <a:sym typeface="Arial"/>
              </a:defRPr>
            </a:lvl7pPr>
            <a:lvl8pPr marL="0" lvl="7" indent="0" algn="r">
              <a:spcBef>
                <a:spcPts val="0"/>
              </a:spcBef>
              <a:spcAft>
                <a:spcPts val="0"/>
              </a:spcAft>
              <a:buNone/>
              <a:defRPr sz="1400" b="0" i="0" u="none" strike="noStrike" cap="none">
                <a:solidFill>
                  <a:schemeClr val="dk1"/>
                </a:solidFill>
                <a:latin typeface="Arial"/>
                <a:ea typeface="Arial"/>
                <a:cs typeface="Arial"/>
                <a:sym typeface="Arial"/>
              </a:defRPr>
            </a:lvl8pPr>
            <a:lvl9pPr marL="0" lvl="8" indent="0" algn="r">
              <a:spcBef>
                <a:spcPts val="0"/>
              </a:spcBef>
              <a:spcAft>
                <a:spcPts val="0"/>
              </a:spcAft>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6"/>
        <p:cNvGrpSpPr/>
        <p:nvPr/>
      </p:nvGrpSpPr>
      <p:grpSpPr>
        <a:xfrm>
          <a:off x="0" y="0"/>
          <a:ext cx="0" cy="0"/>
          <a:chOff x="0" y="0"/>
          <a:chExt cx="0" cy="0"/>
        </a:xfrm>
      </p:grpSpPr>
      <p:sp>
        <p:nvSpPr>
          <p:cNvPr id="37" name="Google Shape;37;p5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8" name="Google Shape;38;p50"/>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0"/>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50"/>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Arial"/>
                <a:ea typeface="Arial"/>
                <a:cs typeface="Arial"/>
                <a:sym typeface="Arial"/>
              </a:defRPr>
            </a:lvl1pPr>
            <a:lvl2pPr marL="0" lvl="1" indent="0" algn="r">
              <a:spcBef>
                <a:spcPts val="0"/>
              </a:spcBef>
              <a:spcAft>
                <a:spcPts val="0"/>
              </a:spcAft>
              <a:buNone/>
              <a:defRPr sz="1400">
                <a:solidFill>
                  <a:schemeClr val="dk1"/>
                </a:solidFill>
                <a:latin typeface="Arial"/>
                <a:ea typeface="Arial"/>
                <a:cs typeface="Arial"/>
                <a:sym typeface="Arial"/>
              </a:defRPr>
            </a:lvl2pPr>
            <a:lvl3pPr marL="0" lvl="2" indent="0" algn="r">
              <a:spcBef>
                <a:spcPts val="0"/>
              </a:spcBef>
              <a:spcAft>
                <a:spcPts val="0"/>
              </a:spcAft>
              <a:buNone/>
              <a:defRPr sz="1400">
                <a:solidFill>
                  <a:schemeClr val="dk1"/>
                </a:solidFill>
                <a:latin typeface="Arial"/>
                <a:ea typeface="Arial"/>
                <a:cs typeface="Arial"/>
                <a:sym typeface="Arial"/>
              </a:defRPr>
            </a:lvl3pPr>
            <a:lvl4pPr marL="0" lvl="3" indent="0" algn="r">
              <a:spcBef>
                <a:spcPts val="0"/>
              </a:spcBef>
              <a:spcAft>
                <a:spcPts val="0"/>
              </a:spcAft>
              <a:buNone/>
              <a:defRPr sz="1400">
                <a:solidFill>
                  <a:schemeClr val="dk1"/>
                </a:solidFill>
                <a:latin typeface="Arial"/>
                <a:ea typeface="Arial"/>
                <a:cs typeface="Arial"/>
                <a:sym typeface="Arial"/>
              </a:defRPr>
            </a:lvl4pPr>
            <a:lvl5pPr marL="0" lvl="4" indent="0" algn="r">
              <a:spcBef>
                <a:spcPts val="0"/>
              </a:spcBef>
              <a:spcAft>
                <a:spcPts val="0"/>
              </a:spcAft>
              <a:buNone/>
              <a:defRPr sz="1400">
                <a:solidFill>
                  <a:schemeClr val="dk1"/>
                </a:solidFill>
                <a:latin typeface="Arial"/>
                <a:ea typeface="Arial"/>
                <a:cs typeface="Arial"/>
                <a:sym typeface="Arial"/>
              </a:defRPr>
            </a:lvl5pPr>
            <a:lvl6pPr marL="0" lvl="5" indent="0" algn="r">
              <a:spcBef>
                <a:spcPts val="0"/>
              </a:spcBef>
              <a:spcAft>
                <a:spcPts val="0"/>
              </a:spcAft>
              <a:buNone/>
              <a:defRPr sz="1400">
                <a:solidFill>
                  <a:schemeClr val="dk1"/>
                </a:solidFill>
                <a:latin typeface="Arial"/>
                <a:ea typeface="Arial"/>
                <a:cs typeface="Arial"/>
                <a:sym typeface="Arial"/>
              </a:defRPr>
            </a:lvl6pPr>
            <a:lvl7pPr marL="0" lvl="6" indent="0" algn="r">
              <a:spcBef>
                <a:spcPts val="0"/>
              </a:spcBef>
              <a:spcAft>
                <a:spcPts val="0"/>
              </a:spcAft>
              <a:buNone/>
              <a:defRPr sz="1400">
                <a:solidFill>
                  <a:schemeClr val="dk1"/>
                </a:solidFill>
                <a:latin typeface="Arial"/>
                <a:ea typeface="Arial"/>
                <a:cs typeface="Arial"/>
                <a:sym typeface="Arial"/>
              </a:defRPr>
            </a:lvl7pPr>
            <a:lvl8pPr marL="0" lvl="7" indent="0" algn="r">
              <a:spcBef>
                <a:spcPts val="0"/>
              </a:spcBef>
              <a:spcAft>
                <a:spcPts val="0"/>
              </a:spcAft>
              <a:buNone/>
              <a:defRPr sz="1400">
                <a:solidFill>
                  <a:schemeClr val="dk1"/>
                </a:solidFill>
                <a:latin typeface="Arial"/>
                <a:ea typeface="Arial"/>
                <a:cs typeface="Arial"/>
                <a:sym typeface="Arial"/>
              </a:defRPr>
            </a:lvl8pPr>
            <a:lvl9pPr marL="0" lvl="8" indent="0" algn="r">
              <a:spcBef>
                <a:spcPts val="0"/>
              </a:spcBef>
              <a:spcAft>
                <a:spcPts val="0"/>
              </a:spcAft>
              <a:buNone/>
              <a:defRPr sz="14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1"/>
        <p:cNvGrpSpPr/>
        <p:nvPr/>
      </p:nvGrpSpPr>
      <p:grpSpPr>
        <a:xfrm>
          <a:off x="0" y="0"/>
          <a:ext cx="0" cy="0"/>
          <a:chOff x="0" y="0"/>
          <a:chExt cx="0" cy="0"/>
        </a:xfrm>
      </p:grpSpPr>
      <p:sp>
        <p:nvSpPr>
          <p:cNvPr id="42" name="Google Shape;42;p51"/>
          <p:cNvSpPr txBox="1">
            <a:spLocks noGrp="1"/>
          </p:cNvSpPr>
          <p:nvPr>
            <p:ph type="title"/>
          </p:nvPr>
        </p:nvSpPr>
        <p:spPr>
          <a:xfrm>
            <a:off x="623888" y="1709738"/>
            <a:ext cx="7886700" cy="2852737"/>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3" name="Google Shape;43;p51"/>
          <p:cNvSpPr txBox="1">
            <a:spLocks noGrp="1"/>
          </p:cNvSpPr>
          <p:nvPr>
            <p:ph type="body" idx="1"/>
          </p:nvPr>
        </p:nvSpPr>
        <p:spPr>
          <a:xfrm>
            <a:off x="623888" y="4589463"/>
            <a:ext cx="7886700" cy="1500187"/>
          </a:xfrm>
          <a:prstGeom prst="rect">
            <a:avLst/>
          </a:prstGeom>
          <a:noFill/>
          <a:ln>
            <a:noFill/>
          </a:ln>
        </p:spPr>
        <p:txBody>
          <a:bodyPr spcFirstLastPara="1" wrap="square" lIns="91425" tIns="45700" rIns="91425" bIns="45700" anchor="t" anchorCtr="0">
            <a:noAutofit/>
          </a:bodyPr>
          <a:lstStyle>
            <a:lvl1pPr marL="457200" lvl="0" indent="-228600" algn="l">
              <a:spcBef>
                <a:spcPts val="480"/>
              </a:spcBef>
              <a:spcAft>
                <a:spcPts val="0"/>
              </a:spcAft>
              <a:buClr>
                <a:schemeClr val="dk1"/>
              </a:buClr>
              <a:buSzPts val="2400"/>
              <a:buFont typeface="Arial"/>
              <a:buNone/>
              <a:defRPr sz="2400"/>
            </a:lvl1pPr>
            <a:lvl2pPr marL="914400" lvl="1" indent="-228600" algn="l">
              <a:spcBef>
                <a:spcPts val="400"/>
              </a:spcBef>
              <a:spcAft>
                <a:spcPts val="0"/>
              </a:spcAft>
              <a:buClr>
                <a:schemeClr val="dk1"/>
              </a:buClr>
              <a:buSzPts val="2000"/>
              <a:buFont typeface="Arial"/>
              <a:buNone/>
              <a:defRPr sz="2000"/>
            </a:lvl2pPr>
            <a:lvl3pPr marL="1371600" lvl="2" indent="-228600" algn="l">
              <a:spcBef>
                <a:spcPts val="360"/>
              </a:spcBef>
              <a:spcAft>
                <a:spcPts val="0"/>
              </a:spcAft>
              <a:buClr>
                <a:schemeClr val="dk1"/>
              </a:buClr>
              <a:buSzPts val="1800"/>
              <a:buFont typeface="Arial"/>
              <a:buNone/>
              <a:defRPr sz="1800"/>
            </a:lvl3pPr>
            <a:lvl4pPr marL="1828800" lvl="3" indent="-228600" algn="l">
              <a:spcBef>
                <a:spcPts val="320"/>
              </a:spcBef>
              <a:spcAft>
                <a:spcPts val="0"/>
              </a:spcAft>
              <a:buClr>
                <a:schemeClr val="dk1"/>
              </a:buClr>
              <a:buSzPts val="1600"/>
              <a:buFont typeface="Arial"/>
              <a:buNone/>
              <a:defRPr sz="1600"/>
            </a:lvl4pPr>
            <a:lvl5pPr marL="2286000" lvl="4" indent="-228600" algn="l">
              <a:spcBef>
                <a:spcPts val="320"/>
              </a:spcBef>
              <a:spcAft>
                <a:spcPts val="0"/>
              </a:spcAft>
              <a:buClr>
                <a:schemeClr val="dk1"/>
              </a:buClr>
              <a:buSzPts val="1600"/>
              <a:buFont typeface="Arial"/>
              <a:buNone/>
              <a:defRPr sz="1600"/>
            </a:lvl5pPr>
            <a:lvl6pPr marL="2743200" lvl="5" indent="-228600" algn="l">
              <a:lnSpc>
                <a:spcPct val="90000"/>
              </a:lnSpc>
              <a:spcBef>
                <a:spcPts val="500"/>
              </a:spcBef>
              <a:spcAft>
                <a:spcPts val="0"/>
              </a:spcAft>
              <a:buClr>
                <a:schemeClr val="dk1"/>
              </a:buClr>
              <a:buSzPts val="1600"/>
              <a:buNone/>
              <a:defRPr sz="1600"/>
            </a:lvl6pPr>
            <a:lvl7pPr marL="3200400" lvl="6" indent="-228600" algn="l">
              <a:lnSpc>
                <a:spcPct val="90000"/>
              </a:lnSpc>
              <a:spcBef>
                <a:spcPts val="500"/>
              </a:spcBef>
              <a:spcAft>
                <a:spcPts val="0"/>
              </a:spcAft>
              <a:buClr>
                <a:schemeClr val="dk1"/>
              </a:buClr>
              <a:buSzPts val="1600"/>
              <a:buNone/>
              <a:defRPr sz="1600"/>
            </a:lvl7pPr>
            <a:lvl8pPr marL="3657600" lvl="7" indent="-228600" algn="l">
              <a:lnSpc>
                <a:spcPct val="90000"/>
              </a:lnSpc>
              <a:spcBef>
                <a:spcPts val="500"/>
              </a:spcBef>
              <a:spcAft>
                <a:spcPts val="0"/>
              </a:spcAft>
              <a:buClr>
                <a:schemeClr val="dk1"/>
              </a:buClr>
              <a:buSzPts val="1600"/>
              <a:buNone/>
              <a:defRPr sz="1600"/>
            </a:lvl8pPr>
            <a:lvl9pPr marL="4114800" lvl="8" indent="-228600" algn="l">
              <a:lnSpc>
                <a:spcPct val="90000"/>
              </a:lnSpc>
              <a:spcBef>
                <a:spcPts val="500"/>
              </a:spcBef>
              <a:spcAft>
                <a:spcPts val="0"/>
              </a:spcAft>
              <a:buClr>
                <a:schemeClr val="dk1"/>
              </a:buClr>
              <a:buSzPts val="1600"/>
              <a:buNone/>
              <a:defRPr sz="1600"/>
            </a:lvl9pPr>
          </a:lstStyle>
          <a:p>
            <a:endParaRPr/>
          </a:p>
        </p:txBody>
      </p:sp>
      <p:sp>
        <p:nvSpPr>
          <p:cNvPr id="44" name="Google Shape;44;p51"/>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51"/>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51"/>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Arial"/>
                <a:ea typeface="Arial"/>
                <a:cs typeface="Arial"/>
                <a:sym typeface="Arial"/>
              </a:defRPr>
            </a:lvl1pPr>
            <a:lvl2pPr marL="0" lvl="1" indent="0" algn="r">
              <a:spcBef>
                <a:spcPts val="0"/>
              </a:spcBef>
              <a:spcAft>
                <a:spcPts val="0"/>
              </a:spcAft>
              <a:buNone/>
              <a:defRPr sz="1400">
                <a:solidFill>
                  <a:schemeClr val="dk1"/>
                </a:solidFill>
                <a:latin typeface="Arial"/>
                <a:ea typeface="Arial"/>
                <a:cs typeface="Arial"/>
                <a:sym typeface="Arial"/>
              </a:defRPr>
            </a:lvl2pPr>
            <a:lvl3pPr marL="0" lvl="2" indent="0" algn="r">
              <a:spcBef>
                <a:spcPts val="0"/>
              </a:spcBef>
              <a:spcAft>
                <a:spcPts val="0"/>
              </a:spcAft>
              <a:buNone/>
              <a:defRPr sz="1400">
                <a:solidFill>
                  <a:schemeClr val="dk1"/>
                </a:solidFill>
                <a:latin typeface="Arial"/>
                <a:ea typeface="Arial"/>
                <a:cs typeface="Arial"/>
                <a:sym typeface="Arial"/>
              </a:defRPr>
            </a:lvl3pPr>
            <a:lvl4pPr marL="0" lvl="3" indent="0" algn="r">
              <a:spcBef>
                <a:spcPts val="0"/>
              </a:spcBef>
              <a:spcAft>
                <a:spcPts val="0"/>
              </a:spcAft>
              <a:buNone/>
              <a:defRPr sz="1400">
                <a:solidFill>
                  <a:schemeClr val="dk1"/>
                </a:solidFill>
                <a:latin typeface="Arial"/>
                <a:ea typeface="Arial"/>
                <a:cs typeface="Arial"/>
                <a:sym typeface="Arial"/>
              </a:defRPr>
            </a:lvl4pPr>
            <a:lvl5pPr marL="0" lvl="4" indent="0" algn="r">
              <a:spcBef>
                <a:spcPts val="0"/>
              </a:spcBef>
              <a:spcAft>
                <a:spcPts val="0"/>
              </a:spcAft>
              <a:buNone/>
              <a:defRPr sz="1400">
                <a:solidFill>
                  <a:schemeClr val="dk1"/>
                </a:solidFill>
                <a:latin typeface="Arial"/>
                <a:ea typeface="Arial"/>
                <a:cs typeface="Arial"/>
                <a:sym typeface="Arial"/>
              </a:defRPr>
            </a:lvl5pPr>
            <a:lvl6pPr marL="0" lvl="5" indent="0" algn="r">
              <a:spcBef>
                <a:spcPts val="0"/>
              </a:spcBef>
              <a:spcAft>
                <a:spcPts val="0"/>
              </a:spcAft>
              <a:buNone/>
              <a:defRPr sz="1400">
                <a:solidFill>
                  <a:schemeClr val="dk1"/>
                </a:solidFill>
                <a:latin typeface="Arial"/>
                <a:ea typeface="Arial"/>
                <a:cs typeface="Arial"/>
                <a:sym typeface="Arial"/>
              </a:defRPr>
            </a:lvl6pPr>
            <a:lvl7pPr marL="0" lvl="6" indent="0" algn="r">
              <a:spcBef>
                <a:spcPts val="0"/>
              </a:spcBef>
              <a:spcAft>
                <a:spcPts val="0"/>
              </a:spcAft>
              <a:buNone/>
              <a:defRPr sz="1400">
                <a:solidFill>
                  <a:schemeClr val="dk1"/>
                </a:solidFill>
                <a:latin typeface="Arial"/>
                <a:ea typeface="Arial"/>
                <a:cs typeface="Arial"/>
                <a:sym typeface="Arial"/>
              </a:defRPr>
            </a:lvl7pPr>
            <a:lvl8pPr marL="0" lvl="7" indent="0" algn="r">
              <a:spcBef>
                <a:spcPts val="0"/>
              </a:spcBef>
              <a:spcAft>
                <a:spcPts val="0"/>
              </a:spcAft>
              <a:buNone/>
              <a:defRPr sz="1400">
                <a:solidFill>
                  <a:schemeClr val="dk1"/>
                </a:solidFill>
                <a:latin typeface="Arial"/>
                <a:ea typeface="Arial"/>
                <a:cs typeface="Arial"/>
                <a:sym typeface="Arial"/>
              </a:defRPr>
            </a:lvl8pPr>
            <a:lvl9pPr marL="0" lvl="8" indent="0" algn="r">
              <a:spcBef>
                <a:spcPts val="0"/>
              </a:spcBef>
              <a:spcAft>
                <a:spcPts val="0"/>
              </a:spcAft>
              <a:buNone/>
              <a:defRPr sz="14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5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9" name="Google Shape;49;p52"/>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52"/>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52"/>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52"/>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52"/>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Arial"/>
                <a:ea typeface="Arial"/>
                <a:cs typeface="Arial"/>
                <a:sym typeface="Arial"/>
              </a:defRPr>
            </a:lvl1pPr>
            <a:lvl2pPr marL="0" lvl="1" indent="0" algn="r">
              <a:spcBef>
                <a:spcPts val="0"/>
              </a:spcBef>
              <a:spcAft>
                <a:spcPts val="0"/>
              </a:spcAft>
              <a:buNone/>
              <a:defRPr sz="1400">
                <a:solidFill>
                  <a:schemeClr val="dk1"/>
                </a:solidFill>
                <a:latin typeface="Arial"/>
                <a:ea typeface="Arial"/>
                <a:cs typeface="Arial"/>
                <a:sym typeface="Arial"/>
              </a:defRPr>
            </a:lvl2pPr>
            <a:lvl3pPr marL="0" lvl="2" indent="0" algn="r">
              <a:spcBef>
                <a:spcPts val="0"/>
              </a:spcBef>
              <a:spcAft>
                <a:spcPts val="0"/>
              </a:spcAft>
              <a:buNone/>
              <a:defRPr sz="1400">
                <a:solidFill>
                  <a:schemeClr val="dk1"/>
                </a:solidFill>
                <a:latin typeface="Arial"/>
                <a:ea typeface="Arial"/>
                <a:cs typeface="Arial"/>
                <a:sym typeface="Arial"/>
              </a:defRPr>
            </a:lvl3pPr>
            <a:lvl4pPr marL="0" lvl="3" indent="0" algn="r">
              <a:spcBef>
                <a:spcPts val="0"/>
              </a:spcBef>
              <a:spcAft>
                <a:spcPts val="0"/>
              </a:spcAft>
              <a:buNone/>
              <a:defRPr sz="1400">
                <a:solidFill>
                  <a:schemeClr val="dk1"/>
                </a:solidFill>
                <a:latin typeface="Arial"/>
                <a:ea typeface="Arial"/>
                <a:cs typeface="Arial"/>
                <a:sym typeface="Arial"/>
              </a:defRPr>
            </a:lvl4pPr>
            <a:lvl5pPr marL="0" lvl="4" indent="0" algn="r">
              <a:spcBef>
                <a:spcPts val="0"/>
              </a:spcBef>
              <a:spcAft>
                <a:spcPts val="0"/>
              </a:spcAft>
              <a:buNone/>
              <a:defRPr sz="1400">
                <a:solidFill>
                  <a:schemeClr val="dk1"/>
                </a:solidFill>
                <a:latin typeface="Arial"/>
                <a:ea typeface="Arial"/>
                <a:cs typeface="Arial"/>
                <a:sym typeface="Arial"/>
              </a:defRPr>
            </a:lvl5pPr>
            <a:lvl6pPr marL="0" lvl="5" indent="0" algn="r">
              <a:spcBef>
                <a:spcPts val="0"/>
              </a:spcBef>
              <a:spcAft>
                <a:spcPts val="0"/>
              </a:spcAft>
              <a:buNone/>
              <a:defRPr sz="1400">
                <a:solidFill>
                  <a:schemeClr val="dk1"/>
                </a:solidFill>
                <a:latin typeface="Arial"/>
                <a:ea typeface="Arial"/>
                <a:cs typeface="Arial"/>
                <a:sym typeface="Arial"/>
              </a:defRPr>
            </a:lvl6pPr>
            <a:lvl7pPr marL="0" lvl="6" indent="0" algn="r">
              <a:spcBef>
                <a:spcPts val="0"/>
              </a:spcBef>
              <a:spcAft>
                <a:spcPts val="0"/>
              </a:spcAft>
              <a:buNone/>
              <a:defRPr sz="1400">
                <a:solidFill>
                  <a:schemeClr val="dk1"/>
                </a:solidFill>
                <a:latin typeface="Arial"/>
                <a:ea typeface="Arial"/>
                <a:cs typeface="Arial"/>
                <a:sym typeface="Arial"/>
              </a:defRPr>
            </a:lvl7pPr>
            <a:lvl8pPr marL="0" lvl="7" indent="0" algn="r">
              <a:spcBef>
                <a:spcPts val="0"/>
              </a:spcBef>
              <a:spcAft>
                <a:spcPts val="0"/>
              </a:spcAft>
              <a:buNone/>
              <a:defRPr sz="1400">
                <a:solidFill>
                  <a:schemeClr val="dk1"/>
                </a:solidFill>
                <a:latin typeface="Arial"/>
                <a:ea typeface="Arial"/>
                <a:cs typeface="Arial"/>
                <a:sym typeface="Arial"/>
              </a:defRPr>
            </a:lvl8pPr>
            <a:lvl9pPr marL="0" lvl="8" indent="0" algn="r">
              <a:spcBef>
                <a:spcPts val="0"/>
              </a:spcBef>
              <a:spcAft>
                <a:spcPts val="0"/>
              </a:spcAft>
              <a:buNone/>
              <a:defRPr sz="14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4"/>
        <p:cNvGrpSpPr/>
        <p:nvPr/>
      </p:nvGrpSpPr>
      <p:grpSpPr>
        <a:xfrm>
          <a:off x="0" y="0"/>
          <a:ext cx="0" cy="0"/>
          <a:chOff x="0" y="0"/>
          <a:chExt cx="0" cy="0"/>
        </a:xfrm>
      </p:grpSpPr>
      <p:sp>
        <p:nvSpPr>
          <p:cNvPr id="55" name="Google Shape;55;p53"/>
          <p:cNvSpPr txBox="1">
            <a:spLocks noGrp="1"/>
          </p:cNvSpPr>
          <p:nvPr>
            <p:ph type="title"/>
          </p:nvPr>
        </p:nvSpPr>
        <p:spPr>
          <a:xfrm>
            <a:off x="630238" y="365125"/>
            <a:ext cx="7886700" cy="132556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6" name="Google Shape;56;p53"/>
          <p:cNvSpPr txBox="1">
            <a:spLocks noGrp="1"/>
          </p:cNvSpPr>
          <p:nvPr>
            <p:ph type="body" idx="1"/>
          </p:nvPr>
        </p:nvSpPr>
        <p:spPr>
          <a:xfrm>
            <a:off x="630238" y="1681163"/>
            <a:ext cx="3868737" cy="82391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Arial"/>
              <a:buNone/>
              <a:defRPr sz="2400" b="1"/>
            </a:lvl1pPr>
            <a:lvl2pPr marL="914400" lvl="1" indent="-228600" algn="l">
              <a:spcBef>
                <a:spcPts val="400"/>
              </a:spcBef>
              <a:spcAft>
                <a:spcPts val="0"/>
              </a:spcAft>
              <a:buClr>
                <a:schemeClr val="dk1"/>
              </a:buClr>
              <a:buSzPts val="2000"/>
              <a:buFont typeface="Arial"/>
              <a:buNone/>
              <a:defRPr sz="2000" b="1"/>
            </a:lvl2pPr>
            <a:lvl3pPr marL="1371600" lvl="2" indent="-228600" algn="l">
              <a:spcBef>
                <a:spcPts val="360"/>
              </a:spcBef>
              <a:spcAft>
                <a:spcPts val="0"/>
              </a:spcAft>
              <a:buClr>
                <a:schemeClr val="dk1"/>
              </a:buClr>
              <a:buSzPts val="1800"/>
              <a:buFont typeface="Arial"/>
              <a:buNone/>
              <a:defRPr sz="1800"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7" name="Google Shape;57;p53"/>
          <p:cNvSpPr txBox="1">
            <a:spLocks noGrp="1"/>
          </p:cNvSpPr>
          <p:nvPr>
            <p:ph type="body" idx="2"/>
          </p:nvPr>
        </p:nvSpPr>
        <p:spPr>
          <a:xfrm>
            <a:off x="630238" y="2505075"/>
            <a:ext cx="3868737" cy="3684588"/>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53"/>
          <p:cNvSpPr txBox="1">
            <a:spLocks noGrp="1"/>
          </p:cNvSpPr>
          <p:nvPr>
            <p:ph type="body" idx="3"/>
          </p:nvPr>
        </p:nvSpPr>
        <p:spPr>
          <a:xfrm>
            <a:off x="4629150" y="1681163"/>
            <a:ext cx="3887788" cy="82391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Arial"/>
              <a:buNone/>
              <a:defRPr sz="2400" b="1"/>
            </a:lvl1pPr>
            <a:lvl2pPr marL="914400" lvl="1" indent="-228600" algn="l">
              <a:spcBef>
                <a:spcPts val="400"/>
              </a:spcBef>
              <a:spcAft>
                <a:spcPts val="0"/>
              </a:spcAft>
              <a:buClr>
                <a:schemeClr val="dk1"/>
              </a:buClr>
              <a:buSzPts val="2000"/>
              <a:buFont typeface="Arial"/>
              <a:buNone/>
              <a:defRPr sz="2000" b="1"/>
            </a:lvl2pPr>
            <a:lvl3pPr marL="1371600" lvl="2" indent="-228600" algn="l">
              <a:spcBef>
                <a:spcPts val="360"/>
              </a:spcBef>
              <a:spcAft>
                <a:spcPts val="0"/>
              </a:spcAft>
              <a:buClr>
                <a:schemeClr val="dk1"/>
              </a:buClr>
              <a:buSzPts val="1800"/>
              <a:buFont typeface="Arial"/>
              <a:buNone/>
              <a:defRPr sz="1800"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9" name="Google Shape;59;p53"/>
          <p:cNvSpPr txBox="1">
            <a:spLocks noGrp="1"/>
          </p:cNvSpPr>
          <p:nvPr>
            <p:ph type="body" idx="4"/>
          </p:nvPr>
        </p:nvSpPr>
        <p:spPr>
          <a:xfrm>
            <a:off x="4629150" y="2505075"/>
            <a:ext cx="3887788" cy="3684588"/>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3"/>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53"/>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53"/>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Arial"/>
                <a:ea typeface="Arial"/>
                <a:cs typeface="Arial"/>
                <a:sym typeface="Arial"/>
              </a:defRPr>
            </a:lvl1pPr>
            <a:lvl2pPr marL="0" lvl="1" indent="0" algn="r">
              <a:spcBef>
                <a:spcPts val="0"/>
              </a:spcBef>
              <a:spcAft>
                <a:spcPts val="0"/>
              </a:spcAft>
              <a:buNone/>
              <a:defRPr sz="1400">
                <a:solidFill>
                  <a:schemeClr val="dk1"/>
                </a:solidFill>
                <a:latin typeface="Arial"/>
                <a:ea typeface="Arial"/>
                <a:cs typeface="Arial"/>
                <a:sym typeface="Arial"/>
              </a:defRPr>
            </a:lvl2pPr>
            <a:lvl3pPr marL="0" lvl="2" indent="0" algn="r">
              <a:spcBef>
                <a:spcPts val="0"/>
              </a:spcBef>
              <a:spcAft>
                <a:spcPts val="0"/>
              </a:spcAft>
              <a:buNone/>
              <a:defRPr sz="1400">
                <a:solidFill>
                  <a:schemeClr val="dk1"/>
                </a:solidFill>
                <a:latin typeface="Arial"/>
                <a:ea typeface="Arial"/>
                <a:cs typeface="Arial"/>
                <a:sym typeface="Arial"/>
              </a:defRPr>
            </a:lvl3pPr>
            <a:lvl4pPr marL="0" lvl="3" indent="0" algn="r">
              <a:spcBef>
                <a:spcPts val="0"/>
              </a:spcBef>
              <a:spcAft>
                <a:spcPts val="0"/>
              </a:spcAft>
              <a:buNone/>
              <a:defRPr sz="1400">
                <a:solidFill>
                  <a:schemeClr val="dk1"/>
                </a:solidFill>
                <a:latin typeface="Arial"/>
                <a:ea typeface="Arial"/>
                <a:cs typeface="Arial"/>
                <a:sym typeface="Arial"/>
              </a:defRPr>
            </a:lvl4pPr>
            <a:lvl5pPr marL="0" lvl="4" indent="0" algn="r">
              <a:spcBef>
                <a:spcPts val="0"/>
              </a:spcBef>
              <a:spcAft>
                <a:spcPts val="0"/>
              </a:spcAft>
              <a:buNone/>
              <a:defRPr sz="1400">
                <a:solidFill>
                  <a:schemeClr val="dk1"/>
                </a:solidFill>
                <a:latin typeface="Arial"/>
                <a:ea typeface="Arial"/>
                <a:cs typeface="Arial"/>
                <a:sym typeface="Arial"/>
              </a:defRPr>
            </a:lvl5pPr>
            <a:lvl6pPr marL="0" lvl="5" indent="0" algn="r">
              <a:spcBef>
                <a:spcPts val="0"/>
              </a:spcBef>
              <a:spcAft>
                <a:spcPts val="0"/>
              </a:spcAft>
              <a:buNone/>
              <a:defRPr sz="1400">
                <a:solidFill>
                  <a:schemeClr val="dk1"/>
                </a:solidFill>
                <a:latin typeface="Arial"/>
                <a:ea typeface="Arial"/>
                <a:cs typeface="Arial"/>
                <a:sym typeface="Arial"/>
              </a:defRPr>
            </a:lvl6pPr>
            <a:lvl7pPr marL="0" lvl="6" indent="0" algn="r">
              <a:spcBef>
                <a:spcPts val="0"/>
              </a:spcBef>
              <a:spcAft>
                <a:spcPts val="0"/>
              </a:spcAft>
              <a:buNone/>
              <a:defRPr sz="1400">
                <a:solidFill>
                  <a:schemeClr val="dk1"/>
                </a:solidFill>
                <a:latin typeface="Arial"/>
                <a:ea typeface="Arial"/>
                <a:cs typeface="Arial"/>
                <a:sym typeface="Arial"/>
              </a:defRPr>
            </a:lvl7pPr>
            <a:lvl8pPr marL="0" lvl="7" indent="0" algn="r">
              <a:spcBef>
                <a:spcPts val="0"/>
              </a:spcBef>
              <a:spcAft>
                <a:spcPts val="0"/>
              </a:spcAft>
              <a:buNone/>
              <a:defRPr sz="1400">
                <a:solidFill>
                  <a:schemeClr val="dk1"/>
                </a:solidFill>
                <a:latin typeface="Arial"/>
                <a:ea typeface="Arial"/>
                <a:cs typeface="Arial"/>
                <a:sym typeface="Arial"/>
              </a:defRPr>
            </a:lvl8pPr>
            <a:lvl9pPr marL="0" lvl="8" indent="0" algn="r">
              <a:spcBef>
                <a:spcPts val="0"/>
              </a:spcBef>
              <a:spcAft>
                <a:spcPts val="0"/>
              </a:spcAft>
              <a:buNone/>
              <a:defRPr sz="14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3"/>
        <p:cNvGrpSpPr/>
        <p:nvPr/>
      </p:nvGrpSpPr>
      <p:grpSpPr>
        <a:xfrm>
          <a:off x="0" y="0"/>
          <a:ext cx="0" cy="0"/>
          <a:chOff x="0" y="0"/>
          <a:chExt cx="0" cy="0"/>
        </a:xfrm>
      </p:grpSpPr>
      <p:sp>
        <p:nvSpPr>
          <p:cNvPr id="64" name="Google Shape;64;p54"/>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54"/>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54"/>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Arial"/>
                <a:ea typeface="Arial"/>
                <a:cs typeface="Arial"/>
                <a:sym typeface="Arial"/>
              </a:defRPr>
            </a:lvl1pPr>
            <a:lvl2pPr marL="0" lvl="1" indent="0" algn="r">
              <a:spcBef>
                <a:spcPts val="0"/>
              </a:spcBef>
              <a:spcAft>
                <a:spcPts val="0"/>
              </a:spcAft>
              <a:buNone/>
              <a:defRPr sz="1400">
                <a:solidFill>
                  <a:schemeClr val="dk1"/>
                </a:solidFill>
                <a:latin typeface="Arial"/>
                <a:ea typeface="Arial"/>
                <a:cs typeface="Arial"/>
                <a:sym typeface="Arial"/>
              </a:defRPr>
            </a:lvl2pPr>
            <a:lvl3pPr marL="0" lvl="2" indent="0" algn="r">
              <a:spcBef>
                <a:spcPts val="0"/>
              </a:spcBef>
              <a:spcAft>
                <a:spcPts val="0"/>
              </a:spcAft>
              <a:buNone/>
              <a:defRPr sz="1400">
                <a:solidFill>
                  <a:schemeClr val="dk1"/>
                </a:solidFill>
                <a:latin typeface="Arial"/>
                <a:ea typeface="Arial"/>
                <a:cs typeface="Arial"/>
                <a:sym typeface="Arial"/>
              </a:defRPr>
            </a:lvl3pPr>
            <a:lvl4pPr marL="0" lvl="3" indent="0" algn="r">
              <a:spcBef>
                <a:spcPts val="0"/>
              </a:spcBef>
              <a:spcAft>
                <a:spcPts val="0"/>
              </a:spcAft>
              <a:buNone/>
              <a:defRPr sz="1400">
                <a:solidFill>
                  <a:schemeClr val="dk1"/>
                </a:solidFill>
                <a:latin typeface="Arial"/>
                <a:ea typeface="Arial"/>
                <a:cs typeface="Arial"/>
                <a:sym typeface="Arial"/>
              </a:defRPr>
            </a:lvl4pPr>
            <a:lvl5pPr marL="0" lvl="4" indent="0" algn="r">
              <a:spcBef>
                <a:spcPts val="0"/>
              </a:spcBef>
              <a:spcAft>
                <a:spcPts val="0"/>
              </a:spcAft>
              <a:buNone/>
              <a:defRPr sz="1400">
                <a:solidFill>
                  <a:schemeClr val="dk1"/>
                </a:solidFill>
                <a:latin typeface="Arial"/>
                <a:ea typeface="Arial"/>
                <a:cs typeface="Arial"/>
                <a:sym typeface="Arial"/>
              </a:defRPr>
            </a:lvl5pPr>
            <a:lvl6pPr marL="0" lvl="5" indent="0" algn="r">
              <a:spcBef>
                <a:spcPts val="0"/>
              </a:spcBef>
              <a:spcAft>
                <a:spcPts val="0"/>
              </a:spcAft>
              <a:buNone/>
              <a:defRPr sz="1400">
                <a:solidFill>
                  <a:schemeClr val="dk1"/>
                </a:solidFill>
                <a:latin typeface="Arial"/>
                <a:ea typeface="Arial"/>
                <a:cs typeface="Arial"/>
                <a:sym typeface="Arial"/>
              </a:defRPr>
            </a:lvl6pPr>
            <a:lvl7pPr marL="0" lvl="6" indent="0" algn="r">
              <a:spcBef>
                <a:spcPts val="0"/>
              </a:spcBef>
              <a:spcAft>
                <a:spcPts val="0"/>
              </a:spcAft>
              <a:buNone/>
              <a:defRPr sz="1400">
                <a:solidFill>
                  <a:schemeClr val="dk1"/>
                </a:solidFill>
                <a:latin typeface="Arial"/>
                <a:ea typeface="Arial"/>
                <a:cs typeface="Arial"/>
                <a:sym typeface="Arial"/>
              </a:defRPr>
            </a:lvl7pPr>
            <a:lvl8pPr marL="0" lvl="7" indent="0" algn="r">
              <a:spcBef>
                <a:spcPts val="0"/>
              </a:spcBef>
              <a:spcAft>
                <a:spcPts val="0"/>
              </a:spcAft>
              <a:buNone/>
              <a:defRPr sz="1400">
                <a:solidFill>
                  <a:schemeClr val="dk1"/>
                </a:solidFill>
                <a:latin typeface="Arial"/>
                <a:ea typeface="Arial"/>
                <a:cs typeface="Arial"/>
                <a:sym typeface="Arial"/>
              </a:defRPr>
            </a:lvl8pPr>
            <a:lvl9pPr marL="0" lvl="8" indent="0" algn="r">
              <a:spcBef>
                <a:spcPts val="0"/>
              </a:spcBef>
              <a:spcAft>
                <a:spcPts val="0"/>
              </a:spcAft>
              <a:buNone/>
              <a:defRPr sz="14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7"/>
        <p:cNvGrpSpPr/>
        <p:nvPr/>
      </p:nvGrpSpPr>
      <p:grpSpPr>
        <a:xfrm>
          <a:off x="0" y="0"/>
          <a:ext cx="0" cy="0"/>
          <a:chOff x="0" y="0"/>
          <a:chExt cx="0" cy="0"/>
        </a:xfrm>
      </p:grpSpPr>
      <p:sp>
        <p:nvSpPr>
          <p:cNvPr id="68" name="Google Shape;68;p55"/>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9" name="Google Shape;69;p55"/>
          <p:cNvSpPr txBox="1">
            <a:spLocks noGrp="1"/>
          </p:cNvSpPr>
          <p:nvPr>
            <p:ph type="body" idx="1"/>
          </p:nvPr>
        </p:nvSpPr>
        <p:spPr>
          <a:xfrm>
            <a:off x="3887788" y="987425"/>
            <a:ext cx="4629150" cy="4873625"/>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Font typeface="Arial"/>
              <a:buChar char="•"/>
              <a:defRPr sz="3200"/>
            </a:lvl1pPr>
            <a:lvl2pPr marL="914400" lvl="1" indent="-406400" algn="l">
              <a:spcBef>
                <a:spcPts val="560"/>
              </a:spcBef>
              <a:spcAft>
                <a:spcPts val="0"/>
              </a:spcAft>
              <a:buClr>
                <a:schemeClr val="dk1"/>
              </a:buClr>
              <a:buSzPts val="2800"/>
              <a:buFont typeface="Arial"/>
              <a:buChar char="–"/>
              <a:defRPr sz="2800"/>
            </a:lvl2pPr>
            <a:lvl3pPr marL="1371600" lvl="2" indent="-381000" algn="l">
              <a:spcBef>
                <a:spcPts val="480"/>
              </a:spcBef>
              <a:spcAft>
                <a:spcPts val="0"/>
              </a:spcAft>
              <a:buClr>
                <a:schemeClr val="dk1"/>
              </a:buClr>
              <a:buSzPts val="2400"/>
              <a:buFont typeface="Arial"/>
              <a:buChar char="•"/>
              <a:defRPr sz="2400"/>
            </a:lvl3pPr>
            <a:lvl4pPr marL="1828800" lvl="3" indent="-355600" algn="l">
              <a:spcBef>
                <a:spcPts val="400"/>
              </a:spcBef>
              <a:spcAft>
                <a:spcPts val="0"/>
              </a:spcAft>
              <a:buClr>
                <a:schemeClr val="dk1"/>
              </a:buClr>
              <a:buSzPts val="2000"/>
              <a:buFont typeface="Arial"/>
              <a:buChar char="–"/>
              <a:defRPr sz="2000"/>
            </a:lvl4pPr>
            <a:lvl5pPr marL="2286000" lvl="4" indent="-355600" algn="l">
              <a:spcBef>
                <a:spcPts val="400"/>
              </a:spcBef>
              <a:spcAft>
                <a:spcPts val="0"/>
              </a:spcAft>
              <a:buClr>
                <a:schemeClr val="dk1"/>
              </a:buClr>
              <a:buSzPts val="2000"/>
              <a:buFont typeface="Arial"/>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0" name="Google Shape;70;p55"/>
          <p:cNvSpPr txBox="1">
            <a:spLocks noGrp="1"/>
          </p:cNvSpPr>
          <p:nvPr>
            <p:ph type="body" idx="2"/>
          </p:nvPr>
        </p:nvSpPr>
        <p:spPr>
          <a:xfrm>
            <a:off x="630238" y="2057400"/>
            <a:ext cx="2949575" cy="3811588"/>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Font typeface="Arial"/>
              <a:buNone/>
              <a:defRPr sz="1600"/>
            </a:lvl1pPr>
            <a:lvl2pPr marL="914400" lvl="1" indent="-228600" algn="l">
              <a:spcBef>
                <a:spcPts val="280"/>
              </a:spcBef>
              <a:spcAft>
                <a:spcPts val="0"/>
              </a:spcAft>
              <a:buClr>
                <a:schemeClr val="dk1"/>
              </a:buClr>
              <a:buSzPts val="1400"/>
              <a:buFont typeface="Arial"/>
              <a:buNone/>
              <a:defRPr sz="1400"/>
            </a:lvl2pPr>
            <a:lvl3pPr marL="1371600" lvl="2" indent="-228600" algn="l">
              <a:spcBef>
                <a:spcPts val="240"/>
              </a:spcBef>
              <a:spcAft>
                <a:spcPts val="0"/>
              </a:spcAft>
              <a:buClr>
                <a:schemeClr val="dk1"/>
              </a:buClr>
              <a:buSzPts val="1200"/>
              <a:buFont typeface="Arial"/>
              <a:buNone/>
              <a:defRPr sz="1200"/>
            </a:lvl3pPr>
            <a:lvl4pPr marL="1828800" lvl="3" indent="-228600" algn="l">
              <a:spcBef>
                <a:spcPts val="200"/>
              </a:spcBef>
              <a:spcAft>
                <a:spcPts val="0"/>
              </a:spcAft>
              <a:buClr>
                <a:schemeClr val="dk1"/>
              </a:buClr>
              <a:buSzPts val="1000"/>
              <a:buFont typeface="Arial"/>
              <a:buNone/>
              <a:defRPr sz="1000"/>
            </a:lvl4pPr>
            <a:lvl5pPr marL="2286000" lvl="4" indent="-228600" algn="l">
              <a:spcBef>
                <a:spcPts val="200"/>
              </a:spcBef>
              <a:spcAft>
                <a:spcPts val="0"/>
              </a:spcAft>
              <a:buClr>
                <a:schemeClr val="dk1"/>
              </a:buClr>
              <a:buSzPts val="1000"/>
              <a:buFont typeface="Arial"/>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55"/>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55"/>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55"/>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Arial"/>
                <a:ea typeface="Arial"/>
                <a:cs typeface="Arial"/>
                <a:sym typeface="Arial"/>
              </a:defRPr>
            </a:lvl1pPr>
            <a:lvl2pPr marL="0" lvl="1" indent="0" algn="r">
              <a:spcBef>
                <a:spcPts val="0"/>
              </a:spcBef>
              <a:spcAft>
                <a:spcPts val="0"/>
              </a:spcAft>
              <a:buNone/>
              <a:defRPr sz="1400">
                <a:solidFill>
                  <a:schemeClr val="dk1"/>
                </a:solidFill>
                <a:latin typeface="Arial"/>
                <a:ea typeface="Arial"/>
                <a:cs typeface="Arial"/>
                <a:sym typeface="Arial"/>
              </a:defRPr>
            </a:lvl2pPr>
            <a:lvl3pPr marL="0" lvl="2" indent="0" algn="r">
              <a:spcBef>
                <a:spcPts val="0"/>
              </a:spcBef>
              <a:spcAft>
                <a:spcPts val="0"/>
              </a:spcAft>
              <a:buNone/>
              <a:defRPr sz="1400">
                <a:solidFill>
                  <a:schemeClr val="dk1"/>
                </a:solidFill>
                <a:latin typeface="Arial"/>
                <a:ea typeface="Arial"/>
                <a:cs typeface="Arial"/>
                <a:sym typeface="Arial"/>
              </a:defRPr>
            </a:lvl3pPr>
            <a:lvl4pPr marL="0" lvl="3" indent="0" algn="r">
              <a:spcBef>
                <a:spcPts val="0"/>
              </a:spcBef>
              <a:spcAft>
                <a:spcPts val="0"/>
              </a:spcAft>
              <a:buNone/>
              <a:defRPr sz="1400">
                <a:solidFill>
                  <a:schemeClr val="dk1"/>
                </a:solidFill>
                <a:latin typeface="Arial"/>
                <a:ea typeface="Arial"/>
                <a:cs typeface="Arial"/>
                <a:sym typeface="Arial"/>
              </a:defRPr>
            </a:lvl4pPr>
            <a:lvl5pPr marL="0" lvl="4" indent="0" algn="r">
              <a:spcBef>
                <a:spcPts val="0"/>
              </a:spcBef>
              <a:spcAft>
                <a:spcPts val="0"/>
              </a:spcAft>
              <a:buNone/>
              <a:defRPr sz="1400">
                <a:solidFill>
                  <a:schemeClr val="dk1"/>
                </a:solidFill>
                <a:latin typeface="Arial"/>
                <a:ea typeface="Arial"/>
                <a:cs typeface="Arial"/>
                <a:sym typeface="Arial"/>
              </a:defRPr>
            </a:lvl5pPr>
            <a:lvl6pPr marL="0" lvl="5" indent="0" algn="r">
              <a:spcBef>
                <a:spcPts val="0"/>
              </a:spcBef>
              <a:spcAft>
                <a:spcPts val="0"/>
              </a:spcAft>
              <a:buNone/>
              <a:defRPr sz="1400">
                <a:solidFill>
                  <a:schemeClr val="dk1"/>
                </a:solidFill>
                <a:latin typeface="Arial"/>
                <a:ea typeface="Arial"/>
                <a:cs typeface="Arial"/>
                <a:sym typeface="Arial"/>
              </a:defRPr>
            </a:lvl6pPr>
            <a:lvl7pPr marL="0" lvl="6" indent="0" algn="r">
              <a:spcBef>
                <a:spcPts val="0"/>
              </a:spcBef>
              <a:spcAft>
                <a:spcPts val="0"/>
              </a:spcAft>
              <a:buNone/>
              <a:defRPr sz="1400">
                <a:solidFill>
                  <a:schemeClr val="dk1"/>
                </a:solidFill>
                <a:latin typeface="Arial"/>
                <a:ea typeface="Arial"/>
                <a:cs typeface="Arial"/>
                <a:sym typeface="Arial"/>
              </a:defRPr>
            </a:lvl7pPr>
            <a:lvl8pPr marL="0" lvl="7" indent="0" algn="r">
              <a:spcBef>
                <a:spcPts val="0"/>
              </a:spcBef>
              <a:spcAft>
                <a:spcPts val="0"/>
              </a:spcAft>
              <a:buNone/>
              <a:defRPr sz="1400">
                <a:solidFill>
                  <a:schemeClr val="dk1"/>
                </a:solidFill>
                <a:latin typeface="Arial"/>
                <a:ea typeface="Arial"/>
                <a:cs typeface="Arial"/>
                <a:sym typeface="Arial"/>
              </a:defRPr>
            </a:lvl8pPr>
            <a:lvl9pPr marL="0" lvl="8" indent="0" algn="r">
              <a:spcBef>
                <a:spcPts val="0"/>
              </a:spcBef>
              <a:spcAft>
                <a:spcPts val="0"/>
              </a:spcAft>
              <a:buNone/>
              <a:defRPr sz="14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4"/>
        <p:cNvGrpSpPr/>
        <p:nvPr/>
      </p:nvGrpSpPr>
      <p:grpSpPr>
        <a:xfrm>
          <a:off x="0" y="0"/>
          <a:ext cx="0" cy="0"/>
          <a:chOff x="0" y="0"/>
          <a:chExt cx="0" cy="0"/>
        </a:xfrm>
      </p:grpSpPr>
      <p:sp>
        <p:nvSpPr>
          <p:cNvPr id="75" name="Google Shape;75;p56"/>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6" name="Google Shape;76;p56"/>
          <p:cNvSpPr>
            <a:spLocks noGrp="1"/>
          </p:cNvSpPr>
          <p:nvPr>
            <p:ph type="pic" idx="2"/>
          </p:nvPr>
        </p:nvSpPr>
        <p:spPr>
          <a:xfrm>
            <a:off x="3887788" y="987425"/>
            <a:ext cx="4629150" cy="4873625"/>
          </a:xfrm>
          <a:prstGeom prst="rect">
            <a:avLst/>
          </a:prstGeom>
          <a:noFill/>
          <a:ln>
            <a:noFill/>
          </a:ln>
        </p:spPr>
      </p:sp>
      <p:sp>
        <p:nvSpPr>
          <p:cNvPr id="77" name="Google Shape;77;p56"/>
          <p:cNvSpPr txBox="1">
            <a:spLocks noGrp="1"/>
          </p:cNvSpPr>
          <p:nvPr>
            <p:ph type="body" idx="1"/>
          </p:nvPr>
        </p:nvSpPr>
        <p:spPr>
          <a:xfrm>
            <a:off x="630238" y="2057400"/>
            <a:ext cx="2949575" cy="3811588"/>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Font typeface="Arial"/>
              <a:buNone/>
              <a:defRPr sz="1600"/>
            </a:lvl1pPr>
            <a:lvl2pPr marL="914400" lvl="1" indent="-228600" algn="l">
              <a:spcBef>
                <a:spcPts val="280"/>
              </a:spcBef>
              <a:spcAft>
                <a:spcPts val="0"/>
              </a:spcAft>
              <a:buClr>
                <a:schemeClr val="dk1"/>
              </a:buClr>
              <a:buSzPts val="1400"/>
              <a:buFont typeface="Arial"/>
              <a:buNone/>
              <a:defRPr sz="1400"/>
            </a:lvl2pPr>
            <a:lvl3pPr marL="1371600" lvl="2" indent="-228600" algn="l">
              <a:spcBef>
                <a:spcPts val="240"/>
              </a:spcBef>
              <a:spcAft>
                <a:spcPts val="0"/>
              </a:spcAft>
              <a:buClr>
                <a:schemeClr val="dk1"/>
              </a:buClr>
              <a:buSzPts val="1200"/>
              <a:buFont typeface="Arial"/>
              <a:buNone/>
              <a:defRPr sz="1200"/>
            </a:lvl3pPr>
            <a:lvl4pPr marL="1828800" lvl="3" indent="-228600" algn="l">
              <a:spcBef>
                <a:spcPts val="200"/>
              </a:spcBef>
              <a:spcAft>
                <a:spcPts val="0"/>
              </a:spcAft>
              <a:buClr>
                <a:schemeClr val="dk1"/>
              </a:buClr>
              <a:buSzPts val="1000"/>
              <a:buFont typeface="Arial"/>
              <a:buNone/>
              <a:defRPr sz="1000"/>
            </a:lvl4pPr>
            <a:lvl5pPr marL="2286000" lvl="4" indent="-228600" algn="l">
              <a:spcBef>
                <a:spcPts val="200"/>
              </a:spcBef>
              <a:spcAft>
                <a:spcPts val="0"/>
              </a:spcAft>
              <a:buClr>
                <a:schemeClr val="dk1"/>
              </a:buClr>
              <a:buSzPts val="1000"/>
              <a:buFont typeface="Arial"/>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8" name="Google Shape;78;p56"/>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56"/>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56"/>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Arial"/>
                <a:ea typeface="Arial"/>
                <a:cs typeface="Arial"/>
                <a:sym typeface="Arial"/>
              </a:defRPr>
            </a:lvl1pPr>
            <a:lvl2pPr marL="0" lvl="1" indent="0" algn="r">
              <a:spcBef>
                <a:spcPts val="0"/>
              </a:spcBef>
              <a:spcAft>
                <a:spcPts val="0"/>
              </a:spcAft>
              <a:buNone/>
              <a:defRPr sz="1400">
                <a:solidFill>
                  <a:schemeClr val="dk1"/>
                </a:solidFill>
                <a:latin typeface="Arial"/>
                <a:ea typeface="Arial"/>
                <a:cs typeface="Arial"/>
                <a:sym typeface="Arial"/>
              </a:defRPr>
            </a:lvl2pPr>
            <a:lvl3pPr marL="0" lvl="2" indent="0" algn="r">
              <a:spcBef>
                <a:spcPts val="0"/>
              </a:spcBef>
              <a:spcAft>
                <a:spcPts val="0"/>
              </a:spcAft>
              <a:buNone/>
              <a:defRPr sz="1400">
                <a:solidFill>
                  <a:schemeClr val="dk1"/>
                </a:solidFill>
                <a:latin typeface="Arial"/>
                <a:ea typeface="Arial"/>
                <a:cs typeface="Arial"/>
                <a:sym typeface="Arial"/>
              </a:defRPr>
            </a:lvl3pPr>
            <a:lvl4pPr marL="0" lvl="3" indent="0" algn="r">
              <a:spcBef>
                <a:spcPts val="0"/>
              </a:spcBef>
              <a:spcAft>
                <a:spcPts val="0"/>
              </a:spcAft>
              <a:buNone/>
              <a:defRPr sz="1400">
                <a:solidFill>
                  <a:schemeClr val="dk1"/>
                </a:solidFill>
                <a:latin typeface="Arial"/>
                <a:ea typeface="Arial"/>
                <a:cs typeface="Arial"/>
                <a:sym typeface="Arial"/>
              </a:defRPr>
            </a:lvl4pPr>
            <a:lvl5pPr marL="0" lvl="4" indent="0" algn="r">
              <a:spcBef>
                <a:spcPts val="0"/>
              </a:spcBef>
              <a:spcAft>
                <a:spcPts val="0"/>
              </a:spcAft>
              <a:buNone/>
              <a:defRPr sz="1400">
                <a:solidFill>
                  <a:schemeClr val="dk1"/>
                </a:solidFill>
                <a:latin typeface="Arial"/>
                <a:ea typeface="Arial"/>
                <a:cs typeface="Arial"/>
                <a:sym typeface="Arial"/>
              </a:defRPr>
            </a:lvl5pPr>
            <a:lvl6pPr marL="0" lvl="5" indent="0" algn="r">
              <a:spcBef>
                <a:spcPts val="0"/>
              </a:spcBef>
              <a:spcAft>
                <a:spcPts val="0"/>
              </a:spcAft>
              <a:buNone/>
              <a:defRPr sz="1400">
                <a:solidFill>
                  <a:schemeClr val="dk1"/>
                </a:solidFill>
                <a:latin typeface="Arial"/>
                <a:ea typeface="Arial"/>
                <a:cs typeface="Arial"/>
                <a:sym typeface="Arial"/>
              </a:defRPr>
            </a:lvl6pPr>
            <a:lvl7pPr marL="0" lvl="6" indent="0" algn="r">
              <a:spcBef>
                <a:spcPts val="0"/>
              </a:spcBef>
              <a:spcAft>
                <a:spcPts val="0"/>
              </a:spcAft>
              <a:buNone/>
              <a:defRPr sz="1400">
                <a:solidFill>
                  <a:schemeClr val="dk1"/>
                </a:solidFill>
                <a:latin typeface="Arial"/>
                <a:ea typeface="Arial"/>
                <a:cs typeface="Arial"/>
                <a:sym typeface="Arial"/>
              </a:defRPr>
            </a:lvl7pPr>
            <a:lvl8pPr marL="0" lvl="7" indent="0" algn="r">
              <a:spcBef>
                <a:spcPts val="0"/>
              </a:spcBef>
              <a:spcAft>
                <a:spcPts val="0"/>
              </a:spcAft>
              <a:buNone/>
              <a:defRPr sz="1400">
                <a:solidFill>
                  <a:schemeClr val="dk1"/>
                </a:solidFill>
                <a:latin typeface="Arial"/>
                <a:ea typeface="Arial"/>
                <a:cs typeface="Arial"/>
                <a:sym typeface="Arial"/>
              </a:defRPr>
            </a:lvl8pPr>
            <a:lvl9pPr marL="0" lvl="8" indent="0" algn="r">
              <a:spcBef>
                <a:spcPts val="0"/>
              </a:spcBef>
              <a:spcAft>
                <a:spcPts val="0"/>
              </a:spcAft>
              <a:buNone/>
              <a:defRPr sz="14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5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3" name="Google Shape;83;p57"/>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7"/>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57"/>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57"/>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Arial"/>
                <a:ea typeface="Arial"/>
                <a:cs typeface="Arial"/>
                <a:sym typeface="Arial"/>
              </a:defRPr>
            </a:lvl1pPr>
            <a:lvl2pPr marL="0" lvl="1" indent="0" algn="r">
              <a:spcBef>
                <a:spcPts val="0"/>
              </a:spcBef>
              <a:spcAft>
                <a:spcPts val="0"/>
              </a:spcAft>
              <a:buNone/>
              <a:defRPr sz="1400">
                <a:solidFill>
                  <a:schemeClr val="dk1"/>
                </a:solidFill>
                <a:latin typeface="Arial"/>
                <a:ea typeface="Arial"/>
                <a:cs typeface="Arial"/>
                <a:sym typeface="Arial"/>
              </a:defRPr>
            </a:lvl2pPr>
            <a:lvl3pPr marL="0" lvl="2" indent="0" algn="r">
              <a:spcBef>
                <a:spcPts val="0"/>
              </a:spcBef>
              <a:spcAft>
                <a:spcPts val="0"/>
              </a:spcAft>
              <a:buNone/>
              <a:defRPr sz="1400">
                <a:solidFill>
                  <a:schemeClr val="dk1"/>
                </a:solidFill>
                <a:latin typeface="Arial"/>
                <a:ea typeface="Arial"/>
                <a:cs typeface="Arial"/>
                <a:sym typeface="Arial"/>
              </a:defRPr>
            </a:lvl3pPr>
            <a:lvl4pPr marL="0" lvl="3" indent="0" algn="r">
              <a:spcBef>
                <a:spcPts val="0"/>
              </a:spcBef>
              <a:spcAft>
                <a:spcPts val="0"/>
              </a:spcAft>
              <a:buNone/>
              <a:defRPr sz="1400">
                <a:solidFill>
                  <a:schemeClr val="dk1"/>
                </a:solidFill>
                <a:latin typeface="Arial"/>
                <a:ea typeface="Arial"/>
                <a:cs typeface="Arial"/>
                <a:sym typeface="Arial"/>
              </a:defRPr>
            </a:lvl4pPr>
            <a:lvl5pPr marL="0" lvl="4" indent="0" algn="r">
              <a:spcBef>
                <a:spcPts val="0"/>
              </a:spcBef>
              <a:spcAft>
                <a:spcPts val="0"/>
              </a:spcAft>
              <a:buNone/>
              <a:defRPr sz="1400">
                <a:solidFill>
                  <a:schemeClr val="dk1"/>
                </a:solidFill>
                <a:latin typeface="Arial"/>
                <a:ea typeface="Arial"/>
                <a:cs typeface="Arial"/>
                <a:sym typeface="Arial"/>
              </a:defRPr>
            </a:lvl5pPr>
            <a:lvl6pPr marL="0" lvl="5" indent="0" algn="r">
              <a:spcBef>
                <a:spcPts val="0"/>
              </a:spcBef>
              <a:spcAft>
                <a:spcPts val="0"/>
              </a:spcAft>
              <a:buNone/>
              <a:defRPr sz="1400">
                <a:solidFill>
                  <a:schemeClr val="dk1"/>
                </a:solidFill>
                <a:latin typeface="Arial"/>
                <a:ea typeface="Arial"/>
                <a:cs typeface="Arial"/>
                <a:sym typeface="Arial"/>
              </a:defRPr>
            </a:lvl6pPr>
            <a:lvl7pPr marL="0" lvl="6" indent="0" algn="r">
              <a:spcBef>
                <a:spcPts val="0"/>
              </a:spcBef>
              <a:spcAft>
                <a:spcPts val="0"/>
              </a:spcAft>
              <a:buNone/>
              <a:defRPr sz="1400">
                <a:solidFill>
                  <a:schemeClr val="dk1"/>
                </a:solidFill>
                <a:latin typeface="Arial"/>
                <a:ea typeface="Arial"/>
                <a:cs typeface="Arial"/>
                <a:sym typeface="Arial"/>
              </a:defRPr>
            </a:lvl7pPr>
            <a:lvl8pPr marL="0" lvl="7" indent="0" algn="r">
              <a:spcBef>
                <a:spcPts val="0"/>
              </a:spcBef>
              <a:spcAft>
                <a:spcPts val="0"/>
              </a:spcAft>
              <a:buNone/>
              <a:defRPr sz="1400">
                <a:solidFill>
                  <a:schemeClr val="dk1"/>
                </a:solidFill>
                <a:latin typeface="Arial"/>
                <a:ea typeface="Arial"/>
                <a:cs typeface="Arial"/>
                <a:sym typeface="Arial"/>
              </a:defRPr>
            </a:lvl8pPr>
            <a:lvl9pPr marL="0" lvl="8" indent="0" algn="r">
              <a:spcBef>
                <a:spcPts val="0"/>
              </a:spcBef>
              <a:spcAft>
                <a:spcPts val="0"/>
              </a:spcAft>
              <a:buNone/>
              <a:defRPr sz="14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7"/>
        <p:cNvGrpSpPr/>
        <p:nvPr/>
      </p:nvGrpSpPr>
      <p:grpSpPr>
        <a:xfrm>
          <a:off x="0" y="0"/>
          <a:ext cx="0" cy="0"/>
          <a:chOff x="0" y="0"/>
          <a:chExt cx="0" cy="0"/>
        </a:xfrm>
      </p:grpSpPr>
      <p:sp>
        <p:nvSpPr>
          <p:cNvPr id="88" name="Google Shape;88;p58"/>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9" name="Google Shape;89;p58"/>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58"/>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58"/>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58"/>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Arial"/>
                <a:ea typeface="Arial"/>
                <a:cs typeface="Arial"/>
                <a:sym typeface="Arial"/>
              </a:defRPr>
            </a:lvl1pPr>
            <a:lvl2pPr marL="0" lvl="1" indent="0" algn="r">
              <a:spcBef>
                <a:spcPts val="0"/>
              </a:spcBef>
              <a:spcAft>
                <a:spcPts val="0"/>
              </a:spcAft>
              <a:buNone/>
              <a:defRPr sz="1400">
                <a:solidFill>
                  <a:schemeClr val="dk1"/>
                </a:solidFill>
                <a:latin typeface="Arial"/>
                <a:ea typeface="Arial"/>
                <a:cs typeface="Arial"/>
                <a:sym typeface="Arial"/>
              </a:defRPr>
            </a:lvl2pPr>
            <a:lvl3pPr marL="0" lvl="2" indent="0" algn="r">
              <a:spcBef>
                <a:spcPts val="0"/>
              </a:spcBef>
              <a:spcAft>
                <a:spcPts val="0"/>
              </a:spcAft>
              <a:buNone/>
              <a:defRPr sz="1400">
                <a:solidFill>
                  <a:schemeClr val="dk1"/>
                </a:solidFill>
                <a:latin typeface="Arial"/>
                <a:ea typeface="Arial"/>
                <a:cs typeface="Arial"/>
                <a:sym typeface="Arial"/>
              </a:defRPr>
            </a:lvl3pPr>
            <a:lvl4pPr marL="0" lvl="3" indent="0" algn="r">
              <a:spcBef>
                <a:spcPts val="0"/>
              </a:spcBef>
              <a:spcAft>
                <a:spcPts val="0"/>
              </a:spcAft>
              <a:buNone/>
              <a:defRPr sz="1400">
                <a:solidFill>
                  <a:schemeClr val="dk1"/>
                </a:solidFill>
                <a:latin typeface="Arial"/>
                <a:ea typeface="Arial"/>
                <a:cs typeface="Arial"/>
                <a:sym typeface="Arial"/>
              </a:defRPr>
            </a:lvl4pPr>
            <a:lvl5pPr marL="0" lvl="4" indent="0" algn="r">
              <a:spcBef>
                <a:spcPts val="0"/>
              </a:spcBef>
              <a:spcAft>
                <a:spcPts val="0"/>
              </a:spcAft>
              <a:buNone/>
              <a:defRPr sz="1400">
                <a:solidFill>
                  <a:schemeClr val="dk1"/>
                </a:solidFill>
                <a:latin typeface="Arial"/>
                <a:ea typeface="Arial"/>
                <a:cs typeface="Arial"/>
                <a:sym typeface="Arial"/>
              </a:defRPr>
            </a:lvl5pPr>
            <a:lvl6pPr marL="0" lvl="5" indent="0" algn="r">
              <a:spcBef>
                <a:spcPts val="0"/>
              </a:spcBef>
              <a:spcAft>
                <a:spcPts val="0"/>
              </a:spcAft>
              <a:buNone/>
              <a:defRPr sz="1400">
                <a:solidFill>
                  <a:schemeClr val="dk1"/>
                </a:solidFill>
                <a:latin typeface="Arial"/>
                <a:ea typeface="Arial"/>
                <a:cs typeface="Arial"/>
                <a:sym typeface="Arial"/>
              </a:defRPr>
            </a:lvl6pPr>
            <a:lvl7pPr marL="0" lvl="6" indent="0" algn="r">
              <a:spcBef>
                <a:spcPts val="0"/>
              </a:spcBef>
              <a:spcAft>
                <a:spcPts val="0"/>
              </a:spcAft>
              <a:buNone/>
              <a:defRPr sz="1400">
                <a:solidFill>
                  <a:schemeClr val="dk1"/>
                </a:solidFill>
                <a:latin typeface="Arial"/>
                <a:ea typeface="Arial"/>
                <a:cs typeface="Arial"/>
                <a:sym typeface="Arial"/>
              </a:defRPr>
            </a:lvl7pPr>
            <a:lvl8pPr marL="0" lvl="7" indent="0" algn="r">
              <a:spcBef>
                <a:spcPts val="0"/>
              </a:spcBef>
              <a:spcAft>
                <a:spcPts val="0"/>
              </a:spcAft>
              <a:buNone/>
              <a:defRPr sz="1400">
                <a:solidFill>
                  <a:schemeClr val="dk1"/>
                </a:solidFill>
                <a:latin typeface="Arial"/>
                <a:ea typeface="Arial"/>
                <a:cs typeface="Arial"/>
                <a:sym typeface="Arial"/>
              </a:defRPr>
            </a:lvl8pPr>
            <a:lvl9pPr marL="0" lvl="8" indent="0" algn="r">
              <a:spcBef>
                <a:spcPts val="0"/>
              </a:spcBef>
              <a:spcAft>
                <a:spcPts val="0"/>
              </a:spcAft>
              <a:buNone/>
              <a:defRPr sz="14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44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44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44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44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44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44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44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4400" b="0" i="0" u="none" strike="noStrike" cap="none">
                <a:solidFill>
                  <a:schemeClr val="dk2"/>
                </a:solidFill>
                <a:latin typeface="Arial"/>
                <a:ea typeface="Arial"/>
                <a:cs typeface="Arial"/>
                <a:sym typeface="Arial"/>
              </a:defRPr>
            </a:lvl9pPr>
          </a:lstStyle>
          <a:p>
            <a:endParaRPr/>
          </a:p>
        </p:txBody>
      </p:sp>
      <p:sp>
        <p:nvSpPr>
          <p:cNvPr id="11" name="Google Shape;11;p4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46"/>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46"/>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46"/>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b="0" i="0" u="none" strike="noStrike" cap="none">
                <a:solidFill>
                  <a:schemeClr val="dk1"/>
                </a:solidFill>
                <a:latin typeface="Arial"/>
                <a:ea typeface="Arial"/>
                <a:cs typeface="Arial"/>
                <a:sym typeface="Arial"/>
              </a:defRPr>
            </a:lvl1pPr>
            <a:lvl2pPr marL="0" marR="0" lvl="1" indent="0" algn="r" rtl="0">
              <a:spcBef>
                <a:spcPts val="0"/>
              </a:spcBef>
              <a:spcAft>
                <a:spcPts val="0"/>
              </a:spcAft>
              <a:buNone/>
              <a:defRPr sz="1400" b="0" i="0" u="none" strike="noStrike" cap="none">
                <a:solidFill>
                  <a:schemeClr val="dk1"/>
                </a:solidFill>
                <a:latin typeface="Arial"/>
                <a:ea typeface="Arial"/>
                <a:cs typeface="Arial"/>
                <a:sym typeface="Arial"/>
              </a:defRPr>
            </a:lvl2pPr>
            <a:lvl3pPr marL="0" marR="0" lvl="2" indent="0" algn="r" rtl="0">
              <a:spcBef>
                <a:spcPts val="0"/>
              </a:spcBef>
              <a:spcAft>
                <a:spcPts val="0"/>
              </a:spcAft>
              <a:buNone/>
              <a:defRPr sz="1400" b="0" i="0" u="none" strike="noStrike" cap="none">
                <a:solidFill>
                  <a:schemeClr val="dk1"/>
                </a:solidFill>
                <a:latin typeface="Arial"/>
                <a:ea typeface="Arial"/>
                <a:cs typeface="Arial"/>
                <a:sym typeface="Arial"/>
              </a:defRPr>
            </a:lvl3pPr>
            <a:lvl4pPr marL="0" marR="0" lvl="3" indent="0" algn="r" rtl="0">
              <a:spcBef>
                <a:spcPts val="0"/>
              </a:spcBef>
              <a:spcAft>
                <a:spcPts val="0"/>
              </a:spcAft>
              <a:buNone/>
              <a:defRPr sz="1400" b="0" i="0" u="none" strike="noStrike" cap="none">
                <a:solidFill>
                  <a:schemeClr val="dk1"/>
                </a:solidFill>
                <a:latin typeface="Arial"/>
                <a:ea typeface="Arial"/>
                <a:cs typeface="Arial"/>
                <a:sym typeface="Arial"/>
              </a:defRPr>
            </a:lvl4pPr>
            <a:lvl5pPr marL="0" marR="0" lvl="4" indent="0" algn="r" rtl="0">
              <a:spcBef>
                <a:spcPts val="0"/>
              </a:spcBef>
              <a:spcAft>
                <a:spcPts val="0"/>
              </a:spcAft>
              <a:buNone/>
              <a:defRPr sz="1400" b="0" i="0" u="none" strike="noStrike" cap="none">
                <a:solidFill>
                  <a:schemeClr val="dk1"/>
                </a:solidFill>
                <a:latin typeface="Arial"/>
                <a:ea typeface="Arial"/>
                <a:cs typeface="Arial"/>
                <a:sym typeface="Arial"/>
              </a:defRPr>
            </a:lvl5pPr>
            <a:lvl6pPr marL="0" marR="0" lvl="5" indent="0" algn="r" rtl="0">
              <a:spcBef>
                <a:spcPts val="0"/>
              </a:spcBef>
              <a:spcAft>
                <a:spcPts val="0"/>
              </a:spcAft>
              <a:buNone/>
              <a:defRPr sz="1400" b="0" i="0" u="none" strike="noStrike" cap="none">
                <a:solidFill>
                  <a:schemeClr val="dk1"/>
                </a:solidFill>
                <a:latin typeface="Arial"/>
                <a:ea typeface="Arial"/>
                <a:cs typeface="Arial"/>
                <a:sym typeface="Arial"/>
              </a:defRPr>
            </a:lvl6pPr>
            <a:lvl7pPr marL="0" marR="0" lvl="6" indent="0" algn="r" rtl="0">
              <a:spcBef>
                <a:spcPts val="0"/>
              </a:spcBef>
              <a:spcAft>
                <a:spcPts val="0"/>
              </a:spcAft>
              <a:buNone/>
              <a:defRPr sz="1400" b="0" i="0" u="none" strike="noStrike" cap="none">
                <a:solidFill>
                  <a:schemeClr val="dk1"/>
                </a:solidFill>
                <a:latin typeface="Arial"/>
                <a:ea typeface="Arial"/>
                <a:cs typeface="Arial"/>
                <a:sym typeface="Arial"/>
              </a:defRPr>
            </a:lvl7pPr>
            <a:lvl8pPr marL="0" marR="0" lvl="7" indent="0" algn="r" rtl="0">
              <a:spcBef>
                <a:spcPts val="0"/>
              </a:spcBef>
              <a:spcAft>
                <a:spcPts val="0"/>
              </a:spcAft>
              <a:buNone/>
              <a:defRPr sz="1400" b="0" i="0" u="none" strike="noStrike" cap="none">
                <a:solidFill>
                  <a:schemeClr val="dk1"/>
                </a:solidFill>
                <a:latin typeface="Arial"/>
                <a:ea typeface="Arial"/>
                <a:cs typeface="Arial"/>
                <a:sym typeface="Arial"/>
              </a:defRPr>
            </a:lvl8pPr>
            <a:lvl9pPr marL="0" marR="0" lvl="8" indent="0" algn="r" rtl="0">
              <a:spcBef>
                <a:spcPts val="0"/>
              </a:spcBef>
              <a:spcAft>
                <a:spcPts val="0"/>
              </a:spcAft>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java.sun.com/j2se/1.3/docs/api/java/io/File.html" TargetMode="External"/><Relationship Id="rId2" Type="http://schemas.openxmlformats.org/officeDocument/2006/relationships/notesSlide" Target="../notesSlides/notesSlide36.xml"/><Relationship Id="rId1" Type="http://schemas.openxmlformats.org/officeDocument/2006/relationships/slideLayout" Target="../slideLayouts/slideLayout4.xml"/><Relationship Id="rId5" Type="http://schemas.openxmlformats.org/officeDocument/2006/relationships/hyperlink" Target="http://java.sun.com/j2se/1.3/docs/api/java/lang/String.html" TargetMode="External"/><Relationship Id="rId4" Type="http://schemas.openxmlformats.org/officeDocument/2006/relationships/hyperlink" Target="http://java.sun.com/j2se/1.3/docs/api/java/io/FileNotFoundException.html" TargetMode="External"/></Relationships>
</file>

<file path=ppt/slides/_rels/slide37.xml.rels><?xml version="1.0" encoding="UTF-8" standalone="yes"?>
<Relationships xmlns="http://schemas.openxmlformats.org/package/2006/relationships"><Relationship Id="rId3" Type="http://schemas.openxmlformats.org/officeDocument/2006/relationships/hyperlink" Target="http://java.sun.com/j2se/1.3/docs/api/java/io/IOException.html"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4400">
                <a:latin typeface="Times New Roman"/>
                <a:ea typeface="Times New Roman"/>
                <a:cs typeface="Times New Roman"/>
                <a:sym typeface="Times New Roman"/>
              </a:rPr>
              <a:t>Lecture 14</a:t>
            </a:r>
            <a:endParaRPr sz="4400">
              <a:latin typeface="Times New Roman"/>
              <a:ea typeface="Times New Roman"/>
              <a:cs typeface="Times New Roman"/>
              <a:sym typeface="Times New Roman"/>
            </a:endParaRPr>
          </a:p>
        </p:txBody>
      </p:sp>
      <p:sp>
        <p:nvSpPr>
          <p:cNvPr id="99" name="Google Shape;99;p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3200"/>
              <a:buFont typeface="Times New Roman"/>
              <a:buNone/>
            </a:pPr>
            <a:r>
              <a:rPr lang="en-US" sz="3200" b="1">
                <a:latin typeface="Times New Roman"/>
                <a:ea typeface="Times New Roman"/>
                <a:cs typeface="Times New Roman"/>
                <a:sym typeface="Times New Roman"/>
              </a:rPr>
              <a:t>Java I/O class-Stream Classes &amp; File manipulation in Java</a:t>
            </a:r>
            <a:endParaRPr sz="3200" b="1">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a:t>
            </a:fld>
            <a:endParaRPr/>
          </a:p>
        </p:txBody>
      </p:sp>
      <p:sp>
        <p:nvSpPr>
          <p:cNvPr id="105" name="Google Shape;105;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4000">
                <a:latin typeface="Times New Roman"/>
                <a:ea typeface="Times New Roman"/>
                <a:cs typeface="Times New Roman"/>
                <a:sym typeface="Times New Roman"/>
              </a:rPr>
              <a:t>Relationship of Java Program with I/O Devices</a:t>
            </a:r>
            <a:endParaRPr/>
          </a:p>
        </p:txBody>
      </p:sp>
      <p:sp>
        <p:nvSpPr>
          <p:cNvPr id="106" name="Google Shape;106;p2"/>
          <p:cNvSpPr/>
          <p:nvPr/>
        </p:nvSpPr>
        <p:spPr>
          <a:xfrm>
            <a:off x="685800" y="2667000"/>
            <a:ext cx="1752600" cy="533400"/>
          </a:xfrm>
          <a:prstGeom prst="rect">
            <a:avLst/>
          </a:prstGeom>
          <a:solidFill>
            <a:srgbClr val="FF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0" i="0" u="none" strike="noStrike" cap="none">
                <a:solidFill>
                  <a:schemeClr val="dk1"/>
                </a:solidFill>
                <a:latin typeface="Times New Roman"/>
                <a:ea typeface="Times New Roman"/>
                <a:cs typeface="Times New Roman"/>
                <a:sym typeface="Times New Roman"/>
              </a:rPr>
              <a:t>Keyboard</a:t>
            </a:r>
            <a:endParaRPr/>
          </a:p>
        </p:txBody>
      </p:sp>
      <p:sp>
        <p:nvSpPr>
          <p:cNvPr id="107" name="Google Shape;107;p2"/>
          <p:cNvSpPr/>
          <p:nvPr/>
        </p:nvSpPr>
        <p:spPr>
          <a:xfrm>
            <a:off x="685800" y="3505200"/>
            <a:ext cx="1828800" cy="609600"/>
          </a:xfrm>
          <a:prstGeom prst="rect">
            <a:avLst/>
          </a:prstGeom>
          <a:solidFill>
            <a:srgbClr val="FF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0" i="0" u="none" strike="noStrike" cap="none">
                <a:solidFill>
                  <a:schemeClr val="dk1"/>
                </a:solidFill>
                <a:latin typeface="Times New Roman"/>
                <a:ea typeface="Times New Roman"/>
                <a:cs typeface="Times New Roman"/>
                <a:sym typeface="Times New Roman"/>
              </a:rPr>
              <a:t>Mouse</a:t>
            </a:r>
            <a:endParaRPr/>
          </a:p>
        </p:txBody>
      </p:sp>
      <p:sp>
        <p:nvSpPr>
          <p:cNvPr id="108" name="Google Shape;108;p2"/>
          <p:cNvSpPr/>
          <p:nvPr/>
        </p:nvSpPr>
        <p:spPr>
          <a:xfrm>
            <a:off x="685800" y="4343400"/>
            <a:ext cx="1752600" cy="533400"/>
          </a:xfrm>
          <a:prstGeom prst="rect">
            <a:avLst/>
          </a:prstGeom>
          <a:solidFill>
            <a:srgbClr val="FF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0" i="0" u="none" strike="noStrike" cap="none">
                <a:solidFill>
                  <a:schemeClr val="dk1"/>
                </a:solidFill>
                <a:latin typeface="Times New Roman"/>
                <a:ea typeface="Times New Roman"/>
                <a:cs typeface="Times New Roman"/>
                <a:sym typeface="Times New Roman"/>
              </a:rPr>
              <a:t>Memory</a:t>
            </a:r>
            <a:endParaRPr/>
          </a:p>
        </p:txBody>
      </p:sp>
      <p:sp>
        <p:nvSpPr>
          <p:cNvPr id="109" name="Google Shape;109;p2"/>
          <p:cNvSpPr/>
          <p:nvPr/>
        </p:nvSpPr>
        <p:spPr>
          <a:xfrm>
            <a:off x="685800" y="5105400"/>
            <a:ext cx="1752600" cy="533400"/>
          </a:xfrm>
          <a:prstGeom prst="rect">
            <a:avLst/>
          </a:prstGeom>
          <a:solidFill>
            <a:srgbClr val="FF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0" i="0" u="none" strike="noStrike" cap="none">
                <a:solidFill>
                  <a:schemeClr val="dk1"/>
                </a:solidFill>
                <a:latin typeface="Times New Roman"/>
                <a:ea typeface="Times New Roman"/>
                <a:cs typeface="Times New Roman"/>
                <a:sym typeface="Times New Roman"/>
              </a:rPr>
              <a:t>Disk</a:t>
            </a:r>
            <a:endParaRPr/>
          </a:p>
        </p:txBody>
      </p:sp>
      <p:sp>
        <p:nvSpPr>
          <p:cNvPr id="110" name="Google Shape;110;p2"/>
          <p:cNvSpPr/>
          <p:nvPr/>
        </p:nvSpPr>
        <p:spPr>
          <a:xfrm>
            <a:off x="685800" y="5943600"/>
            <a:ext cx="1752600" cy="533400"/>
          </a:xfrm>
          <a:prstGeom prst="rect">
            <a:avLst/>
          </a:prstGeom>
          <a:solidFill>
            <a:srgbClr val="FF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0" i="0" u="none" strike="noStrike" cap="none">
                <a:solidFill>
                  <a:schemeClr val="dk1"/>
                </a:solidFill>
                <a:latin typeface="Times New Roman"/>
                <a:ea typeface="Times New Roman"/>
                <a:cs typeface="Times New Roman"/>
                <a:sym typeface="Times New Roman"/>
              </a:rPr>
              <a:t>Network</a:t>
            </a:r>
            <a:endParaRPr/>
          </a:p>
        </p:txBody>
      </p:sp>
      <p:sp>
        <p:nvSpPr>
          <p:cNvPr id="111" name="Google Shape;111;p2"/>
          <p:cNvSpPr/>
          <p:nvPr/>
        </p:nvSpPr>
        <p:spPr>
          <a:xfrm>
            <a:off x="6324600" y="2667000"/>
            <a:ext cx="1752600" cy="533400"/>
          </a:xfrm>
          <a:prstGeom prst="rect">
            <a:avLst/>
          </a:prstGeom>
          <a:solidFill>
            <a:srgbClr val="FF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0" i="0" u="none" strike="noStrike" cap="none">
                <a:solidFill>
                  <a:schemeClr val="dk1"/>
                </a:solidFill>
                <a:latin typeface="Times New Roman"/>
                <a:ea typeface="Times New Roman"/>
                <a:cs typeface="Times New Roman"/>
                <a:sym typeface="Times New Roman"/>
              </a:rPr>
              <a:t>Screen</a:t>
            </a:r>
            <a:endParaRPr/>
          </a:p>
        </p:txBody>
      </p:sp>
      <p:sp>
        <p:nvSpPr>
          <p:cNvPr id="112" name="Google Shape;112;p2"/>
          <p:cNvSpPr/>
          <p:nvPr/>
        </p:nvSpPr>
        <p:spPr>
          <a:xfrm>
            <a:off x="6324600" y="3505200"/>
            <a:ext cx="1828800" cy="609600"/>
          </a:xfrm>
          <a:prstGeom prst="rect">
            <a:avLst/>
          </a:prstGeom>
          <a:solidFill>
            <a:srgbClr val="FF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0" i="0" u="none" strike="noStrike" cap="none">
                <a:solidFill>
                  <a:schemeClr val="dk1"/>
                </a:solidFill>
                <a:latin typeface="Times New Roman"/>
                <a:ea typeface="Times New Roman"/>
                <a:cs typeface="Times New Roman"/>
                <a:sym typeface="Times New Roman"/>
              </a:rPr>
              <a:t>Printer</a:t>
            </a:r>
            <a:endParaRPr/>
          </a:p>
        </p:txBody>
      </p:sp>
      <p:sp>
        <p:nvSpPr>
          <p:cNvPr id="113" name="Google Shape;113;p2"/>
          <p:cNvSpPr/>
          <p:nvPr/>
        </p:nvSpPr>
        <p:spPr>
          <a:xfrm>
            <a:off x="6324600" y="4343400"/>
            <a:ext cx="1752600" cy="533400"/>
          </a:xfrm>
          <a:prstGeom prst="rect">
            <a:avLst/>
          </a:prstGeom>
          <a:solidFill>
            <a:srgbClr val="FF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0" i="0" u="none" strike="noStrike" cap="none">
                <a:solidFill>
                  <a:schemeClr val="dk1"/>
                </a:solidFill>
                <a:latin typeface="Times New Roman"/>
                <a:ea typeface="Times New Roman"/>
                <a:cs typeface="Times New Roman"/>
                <a:sym typeface="Times New Roman"/>
              </a:rPr>
              <a:t>Memory</a:t>
            </a:r>
            <a:endParaRPr/>
          </a:p>
        </p:txBody>
      </p:sp>
      <p:sp>
        <p:nvSpPr>
          <p:cNvPr id="114" name="Google Shape;114;p2"/>
          <p:cNvSpPr/>
          <p:nvPr/>
        </p:nvSpPr>
        <p:spPr>
          <a:xfrm>
            <a:off x="6324600" y="5105400"/>
            <a:ext cx="1752600" cy="533400"/>
          </a:xfrm>
          <a:prstGeom prst="rect">
            <a:avLst/>
          </a:prstGeom>
          <a:solidFill>
            <a:srgbClr val="FF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0" i="0" u="none" strike="noStrike" cap="none">
                <a:solidFill>
                  <a:schemeClr val="dk1"/>
                </a:solidFill>
                <a:latin typeface="Times New Roman"/>
                <a:ea typeface="Times New Roman"/>
                <a:cs typeface="Times New Roman"/>
                <a:sym typeface="Times New Roman"/>
              </a:rPr>
              <a:t>Disk</a:t>
            </a:r>
            <a:endParaRPr/>
          </a:p>
        </p:txBody>
      </p:sp>
      <p:sp>
        <p:nvSpPr>
          <p:cNvPr id="115" name="Google Shape;115;p2"/>
          <p:cNvSpPr/>
          <p:nvPr/>
        </p:nvSpPr>
        <p:spPr>
          <a:xfrm>
            <a:off x="6324600" y="5943600"/>
            <a:ext cx="1752600" cy="533400"/>
          </a:xfrm>
          <a:prstGeom prst="rect">
            <a:avLst/>
          </a:prstGeom>
          <a:solidFill>
            <a:srgbClr val="FF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0" i="0" u="none" strike="noStrike" cap="none">
                <a:solidFill>
                  <a:schemeClr val="dk1"/>
                </a:solidFill>
                <a:latin typeface="Times New Roman"/>
                <a:ea typeface="Times New Roman"/>
                <a:cs typeface="Times New Roman"/>
                <a:sym typeface="Times New Roman"/>
              </a:rPr>
              <a:t>Network</a:t>
            </a:r>
            <a:endParaRPr/>
          </a:p>
        </p:txBody>
      </p:sp>
      <p:sp>
        <p:nvSpPr>
          <p:cNvPr id="116" name="Google Shape;116;p2"/>
          <p:cNvSpPr/>
          <p:nvPr/>
        </p:nvSpPr>
        <p:spPr>
          <a:xfrm>
            <a:off x="3657600" y="3352800"/>
            <a:ext cx="1676400" cy="29718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0" i="0" u="none" strike="noStrike" cap="none">
                <a:solidFill>
                  <a:schemeClr val="dk1"/>
                </a:solidFill>
                <a:latin typeface="Times New Roman"/>
                <a:ea typeface="Times New Roman"/>
                <a:cs typeface="Times New Roman"/>
                <a:sym typeface="Times New Roman"/>
              </a:rPr>
              <a:t>Java</a:t>
            </a:r>
            <a:endParaRPr/>
          </a:p>
          <a:p>
            <a:pPr marL="0" marR="0" lvl="0" indent="0" algn="ctr" rtl="0">
              <a:spcBef>
                <a:spcPts val="0"/>
              </a:spcBef>
              <a:spcAft>
                <a:spcPts val="0"/>
              </a:spcAft>
              <a:buNone/>
            </a:pPr>
            <a:r>
              <a:rPr lang="en-US" sz="2400" b="0" i="0" u="none" strike="noStrike" cap="none">
                <a:solidFill>
                  <a:schemeClr val="dk1"/>
                </a:solidFill>
                <a:latin typeface="Times New Roman"/>
                <a:ea typeface="Times New Roman"/>
                <a:cs typeface="Times New Roman"/>
                <a:sym typeface="Times New Roman"/>
              </a:rPr>
              <a:t>Program</a:t>
            </a:r>
            <a:endParaRPr/>
          </a:p>
        </p:txBody>
      </p:sp>
      <p:cxnSp>
        <p:nvCxnSpPr>
          <p:cNvPr id="117" name="Google Shape;117;p2"/>
          <p:cNvCxnSpPr/>
          <p:nvPr/>
        </p:nvCxnSpPr>
        <p:spPr>
          <a:xfrm rot="10800000" flipH="1">
            <a:off x="2438400" y="5562600"/>
            <a:ext cx="1295400" cy="609600"/>
          </a:xfrm>
          <a:prstGeom prst="straightConnector1">
            <a:avLst/>
          </a:prstGeom>
          <a:noFill/>
          <a:ln w="9525" cap="flat" cmpd="sng">
            <a:solidFill>
              <a:schemeClr val="dk1"/>
            </a:solidFill>
            <a:prstDash val="solid"/>
            <a:round/>
            <a:headEnd type="none" w="med" len="med"/>
            <a:tailEnd type="triangle" w="med" len="med"/>
          </a:ln>
        </p:spPr>
      </p:cxnSp>
      <p:cxnSp>
        <p:nvCxnSpPr>
          <p:cNvPr id="118" name="Google Shape;118;p2"/>
          <p:cNvCxnSpPr/>
          <p:nvPr/>
        </p:nvCxnSpPr>
        <p:spPr>
          <a:xfrm>
            <a:off x="2514600" y="3733800"/>
            <a:ext cx="1219200" cy="304800"/>
          </a:xfrm>
          <a:prstGeom prst="straightConnector1">
            <a:avLst/>
          </a:prstGeom>
          <a:noFill/>
          <a:ln w="9525" cap="flat" cmpd="sng">
            <a:solidFill>
              <a:schemeClr val="dk1"/>
            </a:solidFill>
            <a:prstDash val="solid"/>
            <a:round/>
            <a:headEnd type="none" w="med" len="med"/>
            <a:tailEnd type="triangle" w="med" len="med"/>
          </a:ln>
        </p:spPr>
      </p:cxnSp>
      <p:cxnSp>
        <p:nvCxnSpPr>
          <p:cNvPr id="119" name="Google Shape;119;p2"/>
          <p:cNvCxnSpPr/>
          <p:nvPr/>
        </p:nvCxnSpPr>
        <p:spPr>
          <a:xfrm>
            <a:off x="2438400" y="2819400"/>
            <a:ext cx="1447800" cy="914400"/>
          </a:xfrm>
          <a:prstGeom prst="straightConnector1">
            <a:avLst/>
          </a:prstGeom>
          <a:noFill/>
          <a:ln w="9525" cap="flat" cmpd="sng">
            <a:solidFill>
              <a:schemeClr val="dk1"/>
            </a:solidFill>
            <a:prstDash val="solid"/>
            <a:round/>
            <a:headEnd type="none" w="med" len="med"/>
            <a:tailEnd type="triangle" w="med" len="med"/>
          </a:ln>
        </p:spPr>
      </p:cxnSp>
      <p:cxnSp>
        <p:nvCxnSpPr>
          <p:cNvPr id="120" name="Google Shape;120;p2"/>
          <p:cNvCxnSpPr/>
          <p:nvPr/>
        </p:nvCxnSpPr>
        <p:spPr>
          <a:xfrm>
            <a:off x="2438400" y="4648200"/>
            <a:ext cx="1219200" cy="0"/>
          </a:xfrm>
          <a:prstGeom prst="straightConnector1">
            <a:avLst/>
          </a:prstGeom>
          <a:noFill/>
          <a:ln w="9525" cap="flat" cmpd="sng">
            <a:solidFill>
              <a:schemeClr val="dk1"/>
            </a:solidFill>
            <a:prstDash val="solid"/>
            <a:round/>
            <a:headEnd type="none" w="med" len="med"/>
            <a:tailEnd type="triangle" w="med" len="med"/>
          </a:ln>
        </p:spPr>
      </p:cxnSp>
      <p:cxnSp>
        <p:nvCxnSpPr>
          <p:cNvPr id="121" name="Google Shape;121;p2"/>
          <p:cNvCxnSpPr/>
          <p:nvPr/>
        </p:nvCxnSpPr>
        <p:spPr>
          <a:xfrm rot="10800000" flipH="1">
            <a:off x="2438400" y="5029200"/>
            <a:ext cx="1295400" cy="381000"/>
          </a:xfrm>
          <a:prstGeom prst="straightConnector1">
            <a:avLst/>
          </a:prstGeom>
          <a:noFill/>
          <a:ln w="9525" cap="flat" cmpd="sng">
            <a:solidFill>
              <a:schemeClr val="dk1"/>
            </a:solidFill>
            <a:prstDash val="solid"/>
            <a:round/>
            <a:headEnd type="none" w="med" len="med"/>
            <a:tailEnd type="triangle" w="med" len="med"/>
          </a:ln>
        </p:spPr>
      </p:cxnSp>
      <p:cxnSp>
        <p:nvCxnSpPr>
          <p:cNvPr id="122" name="Google Shape;122;p2"/>
          <p:cNvCxnSpPr/>
          <p:nvPr/>
        </p:nvCxnSpPr>
        <p:spPr>
          <a:xfrm rot="10800000" flipH="1">
            <a:off x="5029200" y="2971800"/>
            <a:ext cx="1295400" cy="685800"/>
          </a:xfrm>
          <a:prstGeom prst="straightConnector1">
            <a:avLst/>
          </a:prstGeom>
          <a:noFill/>
          <a:ln w="9525" cap="flat" cmpd="sng">
            <a:solidFill>
              <a:schemeClr val="dk1"/>
            </a:solidFill>
            <a:prstDash val="solid"/>
            <a:round/>
            <a:headEnd type="none" w="med" len="med"/>
            <a:tailEnd type="triangle" w="med" len="med"/>
          </a:ln>
        </p:spPr>
      </p:cxnSp>
      <p:cxnSp>
        <p:nvCxnSpPr>
          <p:cNvPr id="123" name="Google Shape;123;p2"/>
          <p:cNvCxnSpPr/>
          <p:nvPr/>
        </p:nvCxnSpPr>
        <p:spPr>
          <a:xfrm rot="10800000" flipH="1">
            <a:off x="5257800" y="3810000"/>
            <a:ext cx="1066800" cy="304800"/>
          </a:xfrm>
          <a:prstGeom prst="straightConnector1">
            <a:avLst/>
          </a:prstGeom>
          <a:noFill/>
          <a:ln w="9525" cap="flat" cmpd="sng">
            <a:solidFill>
              <a:schemeClr val="dk1"/>
            </a:solidFill>
            <a:prstDash val="solid"/>
            <a:round/>
            <a:headEnd type="none" w="med" len="med"/>
            <a:tailEnd type="triangle" w="med" len="med"/>
          </a:ln>
        </p:spPr>
      </p:cxnSp>
      <p:cxnSp>
        <p:nvCxnSpPr>
          <p:cNvPr id="124" name="Google Shape;124;p2"/>
          <p:cNvCxnSpPr/>
          <p:nvPr/>
        </p:nvCxnSpPr>
        <p:spPr>
          <a:xfrm>
            <a:off x="5334000" y="4572000"/>
            <a:ext cx="914400" cy="0"/>
          </a:xfrm>
          <a:prstGeom prst="straightConnector1">
            <a:avLst/>
          </a:prstGeom>
          <a:noFill/>
          <a:ln w="9525" cap="flat" cmpd="sng">
            <a:solidFill>
              <a:schemeClr val="dk1"/>
            </a:solidFill>
            <a:prstDash val="solid"/>
            <a:round/>
            <a:headEnd type="none" w="med" len="med"/>
            <a:tailEnd type="triangle" w="med" len="med"/>
          </a:ln>
        </p:spPr>
      </p:cxnSp>
      <p:cxnSp>
        <p:nvCxnSpPr>
          <p:cNvPr id="125" name="Google Shape;125;p2"/>
          <p:cNvCxnSpPr/>
          <p:nvPr/>
        </p:nvCxnSpPr>
        <p:spPr>
          <a:xfrm>
            <a:off x="5334000" y="5105400"/>
            <a:ext cx="990600" cy="228600"/>
          </a:xfrm>
          <a:prstGeom prst="straightConnector1">
            <a:avLst/>
          </a:prstGeom>
          <a:noFill/>
          <a:ln w="9525" cap="flat" cmpd="sng">
            <a:solidFill>
              <a:schemeClr val="dk1"/>
            </a:solidFill>
            <a:prstDash val="solid"/>
            <a:round/>
            <a:headEnd type="none" w="med" len="med"/>
            <a:tailEnd type="triangle" w="med" len="med"/>
          </a:ln>
        </p:spPr>
      </p:cxnSp>
      <p:cxnSp>
        <p:nvCxnSpPr>
          <p:cNvPr id="126" name="Google Shape;126;p2"/>
          <p:cNvCxnSpPr/>
          <p:nvPr/>
        </p:nvCxnSpPr>
        <p:spPr>
          <a:xfrm>
            <a:off x="5257800" y="5638800"/>
            <a:ext cx="1066800" cy="609600"/>
          </a:xfrm>
          <a:prstGeom prst="straightConnector1">
            <a:avLst/>
          </a:prstGeom>
          <a:noFill/>
          <a:ln w="9525" cap="flat" cmpd="sng">
            <a:solidFill>
              <a:schemeClr val="dk1"/>
            </a:solidFill>
            <a:prstDash val="solid"/>
            <a:round/>
            <a:headEnd type="none" w="med" len="med"/>
            <a:tailEnd type="triangl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3"/>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a:t>
            </a:fld>
            <a:endParaRPr/>
          </a:p>
        </p:txBody>
      </p:sp>
      <p:sp>
        <p:nvSpPr>
          <p:cNvPr id="132" name="Google Shape;132;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Times New Roman"/>
                <a:ea typeface="Times New Roman"/>
                <a:cs typeface="Times New Roman"/>
                <a:sym typeface="Times New Roman"/>
              </a:rPr>
              <a:t>Streams</a:t>
            </a:r>
            <a:endParaRPr/>
          </a:p>
        </p:txBody>
      </p:sp>
      <p:sp>
        <p:nvSpPr>
          <p:cNvPr id="133" name="Google Shape;133;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800"/>
              <a:buFont typeface="Noto Sans Symbols"/>
              <a:buChar char="✔"/>
            </a:pPr>
            <a:r>
              <a:rPr lang="en-US" sz="2800" dirty="0">
                <a:latin typeface="Times New Roman"/>
                <a:ea typeface="Times New Roman"/>
                <a:cs typeface="Times New Roman"/>
                <a:sym typeface="Times New Roman"/>
              </a:rPr>
              <a:t>Java program performs I/O through streams.</a:t>
            </a:r>
            <a:endParaRPr dirty="0"/>
          </a:p>
          <a:p>
            <a:pPr marL="342900" lvl="0" indent="-342900" algn="l" rtl="0">
              <a:spcBef>
                <a:spcPts val="560"/>
              </a:spcBef>
              <a:spcAft>
                <a:spcPts val="0"/>
              </a:spcAft>
              <a:buClr>
                <a:schemeClr val="dk1"/>
              </a:buClr>
              <a:buSzPts val="2800"/>
              <a:buFont typeface="Noto Sans Symbols"/>
              <a:buChar char="✔"/>
            </a:pPr>
            <a:r>
              <a:rPr lang="en-US" sz="2800" dirty="0">
                <a:latin typeface="Times New Roman"/>
                <a:ea typeface="Times New Roman"/>
                <a:cs typeface="Times New Roman"/>
                <a:sym typeface="Times New Roman"/>
              </a:rPr>
              <a:t>Stream is an abstraction that hides the details of the physical devices which are involved in I/O operation.</a:t>
            </a:r>
            <a:endParaRPr dirty="0"/>
          </a:p>
          <a:p>
            <a:pPr marL="342900" lvl="0" indent="-342900" algn="l" rtl="0">
              <a:spcBef>
                <a:spcPts val="560"/>
              </a:spcBef>
              <a:spcAft>
                <a:spcPts val="0"/>
              </a:spcAft>
              <a:buClr>
                <a:schemeClr val="dk1"/>
              </a:buClr>
              <a:buSzPts val="2800"/>
              <a:buFont typeface="Noto Sans Symbols"/>
              <a:buChar char="✔"/>
            </a:pPr>
            <a:r>
              <a:rPr lang="en-US" sz="2800" dirty="0">
                <a:latin typeface="Times New Roman"/>
                <a:ea typeface="Times New Roman"/>
                <a:cs typeface="Times New Roman"/>
                <a:sym typeface="Times New Roman"/>
              </a:rPr>
              <a:t>A stream is linked to a physical device by the java I/O system.</a:t>
            </a:r>
            <a:endParaRPr dirty="0"/>
          </a:p>
          <a:p>
            <a:pPr marL="342900" lvl="0" indent="-342900" algn="l" rtl="0">
              <a:spcBef>
                <a:spcPts val="2100"/>
              </a:spcBef>
              <a:spcAft>
                <a:spcPts val="0"/>
              </a:spcAft>
              <a:buClr>
                <a:schemeClr val="dk1"/>
              </a:buClr>
              <a:buSzPts val="2800"/>
              <a:buFont typeface="Noto Sans Symbols"/>
              <a:buChar char="✔"/>
            </a:pPr>
            <a:r>
              <a:rPr lang="en-US" sz="2800" dirty="0">
                <a:latin typeface="Times New Roman"/>
                <a:ea typeface="Times New Roman"/>
                <a:cs typeface="Times New Roman"/>
                <a:sym typeface="Times New Roman"/>
              </a:rPr>
              <a:t>In java objects are used to represent streams of data </a:t>
            </a:r>
            <a:endParaRPr dirty="0"/>
          </a:p>
          <a:p>
            <a:pPr marL="342900" lvl="0" indent="-342900" algn="l" rtl="0">
              <a:spcBef>
                <a:spcPts val="2100"/>
              </a:spcBef>
              <a:spcAft>
                <a:spcPts val="0"/>
              </a:spcAft>
              <a:buClr>
                <a:schemeClr val="dk1"/>
              </a:buClr>
              <a:buSzPts val="2800"/>
              <a:buFont typeface="Noto Sans Symbols"/>
              <a:buChar char="✔"/>
            </a:pPr>
            <a:r>
              <a:rPr lang="en-US" sz="2800" dirty="0">
                <a:latin typeface="Times New Roman"/>
                <a:ea typeface="Times New Roman"/>
                <a:cs typeface="Times New Roman"/>
                <a:sym typeface="Times New Roman"/>
              </a:rPr>
              <a:t>In a program, we read information from an input stream and write information to an output stream</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4"/>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a:t>
            </a:fld>
            <a:endParaRPr/>
          </a:p>
        </p:txBody>
      </p:sp>
      <p:sp>
        <p:nvSpPr>
          <p:cNvPr id="139" name="Google Shape;139;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Streams</a:t>
            </a:r>
            <a:endParaRPr>
              <a:latin typeface="Times New Roman"/>
              <a:ea typeface="Times New Roman"/>
              <a:cs typeface="Times New Roman"/>
              <a:sym typeface="Times New Roman"/>
            </a:endParaRPr>
          </a:p>
        </p:txBody>
      </p:sp>
      <p:pic>
        <p:nvPicPr>
          <p:cNvPr id="140" name="Google Shape;140;p4" descr="charStream"/>
          <p:cNvPicPr preferRelativeResize="0">
            <a:picLocks noGrp="1"/>
          </p:cNvPicPr>
          <p:nvPr>
            <p:ph type="body" idx="1"/>
          </p:nvPr>
        </p:nvPicPr>
        <p:blipFill rotWithShape="1">
          <a:blip r:embed="rId3">
            <a:alphaModFix/>
          </a:blip>
          <a:srcRect/>
          <a:stretch/>
        </p:blipFill>
        <p:spPr>
          <a:xfrm>
            <a:off x="1676400" y="5389563"/>
            <a:ext cx="5943600" cy="1087437"/>
          </a:xfrm>
          <a:prstGeom prst="rect">
            <a:avLst/>
          </a:prstGeom>
          <a:noFill/>
          <a:ln>
            <a:noFill/>
          </a:ln>
        </p:spPr>
      </p:pic>
      <p:pic>
        <p:nvPicPr>
          <p:cNvPr id="141" name="Google Shape;141;p4" descr="IOStreams"/>
          <p:cNvPicPr preferRelativeResize="0">
            <a:picLocks noGrp="1"/>
          </p:cNvPicPr>
          <p:nvPr>
            <p:ph type="body" idx="4"/>
          </p:nvPr>
        </p:nvPicPr>
        <p:blipFill rotWithShape="1">
          <a:blip r:embed="rId4">
            <a:alphaModFix/>
          </a:blip>
          <a:srcRect/>
          <a:stretch/>
        </p:blipFill>
        <p:spPr>
          <a:xfrm>
            <a:off x="1263650" y="3413125"/>
            <a:ext cx="6454775" cy="1098550"/>
          </a:xfrm>
          <a:prstGeom prst="rect">
            <a:avLst/>
          </a:prstGeom>
          <a:noFill/>
          <a:ln>
            <a:noFill/>
          </a:ln>
        </p:spPr>
      </p:pic>
      <p:sp>
        <p:nvSpPr>
          <p:cNvPr id="142" name="Google Shape;142;p4"/>
          <p:cNvSpPr txBox="1"/>
          <p:nvPr/>
        </p:nvSpPr>
        <p:spPr>
          <a:xfrm>
            <a:off x="762000" y="1676400"/>
            <a:ext cx="7696200" cy="1370013"/>
          </a:xfrm>
          <a:prstGeom prst="rect">
            <a:avLst/>
          </a:prstGeom>
          <a:noFill/>
          <a:ln>
            <a:noFill/>
          </a:ln>
        </p:spPr>
        <p:txBody>
          <a:bodyPr spcFirstLastPara="1" wrap="square" lIns="91425" tIns="45700" rIns="91425" bIns="45700" anchor="t" anchorCtr="0">
            <a:spAutoFit/>
          </a:bodyPr>
          <a:lstStyle/>
          <a:p>
            <a:pPr marL="0" marR="0" lvl="0" indent="-152400" algn="l" rtl="0">
              <a:spcBef>
                <a:spcPts val="0"/>
              </a:spcBef>
              <a:spcAft>
                <a:spcPts val="0"/>
              </a:spcAft>
              <a:buClr>
                <a:schemeClr val="dk1"/>
              </a:buClr>
              <a:buSzPts val="2400"/>
              <a:buFont typeface="Noto Sans Symbols"/>
              <a:buChar char="✔"/>
            </a:pPr>
            <a:r>
              <a:rPr lang="en-US" sz="2400" b="0" i="0" u="none" strike="noStrike" cap="none">
                <a:solidFill>
                  <a:schemeClr val="dk1"/>
                </a:solidFill>
                <a:latin typeface="Times New Roman"/>
                <a:ea typeface="Times New Roman"/>
                <a:cs typeface="Times New Roman"/>
                <a:sym typeface="Times New Roman"/>
              </a:rPr>
              <a:t>A uniform, easy-to-use, object-oriented interface between the program and the input/output devices.</a:t>
            </a:r>
            <a:endParaRPr/>
          </a:p>
          <a:p>
            <a:pPr marL="0" marR="0" lvl="0" indent="-152400" algn="l" rtl="0">
              <a:spcBef>
                <a:spcPts val="1200"/>
              </a:spcBef>
              <a:spcAft>
                <a:spcPts val="0"/>
              </a:spcAft>
              <a:buClr>
                <a:schemeClr val="dk1"/>
              </a:buClr>
              <a:buSzPts val="2400"/>
              <a:buFont typeface="Noto Sans Symbols"/>
              <a:buChar char="✔"/>
            </a:pPr>
            <a:r>
              <a:rPr lang="en-US" sz="2400" b="0" i="0" u="none" strike="noStrike" cap="none">
                <a:solidFill>
                  <a:schemeClr val="dk1"/>
                </a:solidFill>
                <a:latin typeface="Times New Roman"/>
                <a:ea typeface="Times New Roman"/>
                <a:cs typeface="Times New Roman"/>
                <a:sym typeface="Times New Roman"/>
              </a:rPr>
              <a:t>A stream represent an ordered sequence of data.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5"/>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5</a:t>
            </a:fld>
            <a:endParaRPr/>
          </a:p>
        </p:txBody>
      </p:sp>
      <p:sp>
        <p:nvSpPr>
          <p:cNvPr id="148" name="Google Shape;148;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Times New Roman"/>
                <a:ea typeface="Times New Roman"/>
                <a:cs typeface="Times New Roman"/>
                <a:sym typeface="Times New Roman"/>
              </a:rPr>
              <a:t>Stream</a:t>
            </a:r>
            <a:endParaRPr/>
          </a:p>
        </p:txBody>
      </p:sp>
      <p:sp>
        <p:nvSpPr>
          <p:cNvPr id="149" name="Google Shape;149;p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A stream can be thought as a path along which data flows.</a:t>
            </a:r>
            <a:endParaRPr/>
          </a:p>
          <a:p>
            <a:pPr marL="342900" lvl="0" indent="-342900" algn="l" rtl="0">
              <a:spcBef>
                <a:spcPts val="48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It has a source and a destination.</a:t>
            </a:r>
            <a:endParaRPr/>
          </a:p>
          <a:p>
            <a:pPr marL="342900" lvl="0" indent="-342900" algn="l" rtl="0">
              <a:spcBef>
                <a:spcPts val="480"/>
              </a:spcBef>
              <a:spcAft>
                <a:spcPts val="0"/>
              </a:spcAft>
              <a:buClr>
                <a:schemeClr val="dk1"/>
              </a:buClr>
              <a:buSzPts val="2400"/>
              <a:buFont typeface="Noto Sans Symbols"/>
              <a:buNone/>
            </a:pPr>
            <a:endParaRPr sz="24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6"/>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6</a:t>
            </a:fld>
            <a:endParaRPr/>
          </a:p>
        </p:txBody>
      </p:sp>
      <p:sp>
        <p:nvSpPr>
          <p:cNvPr id="155" name="Google Shape;155;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Input and Output Streams</a:t>
            </a:r>
            <a:endParaRPr/>
          </a:p>
        </p:txBody>
      </p:sp>
      <p:sp>
        <p:nvSpPr>
          <p:cNvPr id="156" name="Google Shape;156;p6"/>
          <p:cNvSpPr/>
          <p:nvPr/>
        </p:nvSpPr>
        <p:spPr>
          <a:xfrm>
            <a:off x="381000" y="1905000"/>
            <a:ext cx="2667000" cy="762000"/>
          </a:xfrm>
          <a:prstGeom prst="rect">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0" i="0" u="none" strike="noStrike" cap="none">
                <a:solidFill>
                  <a:schemeClr val="dk1"/>
                </a:solidFill>
                <a:latin typeface="Times New Roman"/>
                <a:ea typeface="Times New Roman"/>
                <a:cs typeface="Times New Roman"/>
                <a:sym typeface="Times New Roman"/>
              </a:rPr>
              <a:t>Source</a:t>
            </a:r>
            <a:endParaRPr/>
          </a:p>
        </p:txBody>
      </p:sp>
      <p:sp>
        <p:nvSpPr>
          <p:cNvPr id="157" name="Google Shape;157;p6"/>
          <p:cNvSpPr/>
          <p:nvPr/>
        </p:nvSpPr>
        <p:spPr>
          <a:xfrm>
            <a:off x="3048000" y="2057400"/>
            <a:ext cx="2438400" cy="457200"/>
          </a:xfrm>
          <a:prstGeom prst="rect">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158" name="Google Shape;158;p6"/>
          <p:cNvCxnSpPr/>
          <p:nvPr/>
        </p:nvCxnSpPr>
        <p:spPr>
          <a:xfrm>
            <a:off x="5486400" y="2286000"/>
            <a:ext cx="838200" cy="0"/>
          </a:xfrm>
          <a:prstGeom prst="straightConnector1">
            <a:avLst/>
          </a:prstGeom>
          <a:noFill/>
          <a:ln w="9525" cap="flat" cmpd="sng">
            <a:solidFill>
              <a:schemeClr val="dk1"/>
            </a:solidFill>
            <a:prstDash val="solid"/>
            <a:round/>
            <a:headEnd type="none" w="med" len="med"/>
            <a:tailEnd type="triangle" w="med" len="med"/>
          </a:ln>
        </p:spPr>
      </p:cxnSp>
      <p:sp>
        <p:nvSpPr>
          <p:cNvPr id="159" name="Google Shape;159;p6"/>
          <p:cNvSpPr/>
          <p:nvPr/>
        </p:nvSpPr>
        <p:spPr>
          <a:xfrm>
            <a:off x="6324600" y="1905000"/>
            <a:ext cx="2362200" cy="8382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Times New Roman"/>
                <a:ea typeface="Times New Roman"/>
                <a:cs typeface="Times New Roman"/>
                <a:sym typeface="Times New Roman"/>
              </a:rPr>
              <a:t>Program</a:t>
            </a:r>
            <a:endParaRPr/>
          </a:p>
        </p:txBody>
      </p:sp>
      <p:cxnSp>
        <p:nvCxnSpPr>
          <p:cNvPr id="160" name="Google Shape;160;p6"/>
          <p:cNvCxnSpPr/>
          <p:nvPr/>
        </p:nvCxnSpPr>
        <p:spPr>
          <a:xfrm>
            <a:off x="3048000" y="2286000"/>
            <a:ext cx="1752600" cy="0"/>
          </a:xfrm>
          <a:prstGeom prst="straightConnector1">
            <a:avLst/>
          </a:prstGeom>
          <a:noFill/>
          <a:ln w="9525" cap="flat" cmpd="sng">
            <a:solidFill>
              <a:schemeClr val="dk1"/>
            </a:solidFill>
            <a:prstDash val="solid"/>
            <a:round/>
            <a:headEnd type="none" w="med" len="med"/>
            <a:tailEnd type="triangle" w="med" len="med"/>
          </a:ln>
        </p:spPr>
      </p:cxnSp>
      <p:sp>
        <p:nvSpPr>
          <p:cNvPr id="161" name="Google Shape;161;p6"/>
          <p:cNvSpPr txBox="1"/>
          <p:nvPr/>
        </p:nvSpPr>
        <p:spPr>
          <a:xfrm>
            <a:off x="3200400" y="1676400"/>
            <a:ext cx="21336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Input Stream</a:t>
            </a:r>
            <a:endParaRPr/>
          </a:p>
        </p:txBody>
      </p:sp>
      <p:sp>
        <p:nvSpPr>
          <p:cNvPr id="162" name="Google Shape;162;p6"/>
          <p:cNvSpPr txBox="1"/>
          <p:nvPr/>
        </p:nvSpPr>
        <p:spPr>
          <a:xfrm>
            <a:off x="5638800" y="1905000"/>
            <a:ext cx="9144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reads</a:t>
            </a:r>
            <a:endParaRPr/>
          </a:p>
        </p:txBody>
      </p:sp>
      <p:sp>
        <p:nvSpPr>
          <p:cNvPr id="163" name="Google Shape;163;p6"/>
          <p:cNvSpPr txBox="1"/>
          <p:nvPr/>
        </p:nvSpPr>
        <p:spPr>
          <a:xfrm>
            <a:off x="533400" y="3200400"/>
            <a:ext cx="80010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(a) Reading data into a program</a:t>
            </a:r>
            <a:endParaRPr/>
          </a:p>
        </p:txBody>
      </p:sp>
      <p:sp>
        <p:nvSpPr>
          <p:cNvPr id="164" name="Google Shape;164;p6"/>
          <p:cNvSpPr/>
          <p:nvPr/>
        </p:nvSpPr>
        <p:spPr>
          <a:xfrm>
            <a:off x="381000" y="4114800"/>
            <a:ext cx="2362200" cy="8382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Times New Roman"/>
                <a:ea typeface="Times New Roman"/>
                <a:cs typeface="Times New Roman"/>
                <a:sym typeface="Times New Roman"/>
              </a:rPr>
              <a:t>Program</a:t>
            </a:r>
            <a:endParaRPr/>
          </a:p>
        </p:txBody>
      </p:sp>
      <p:sp>
        <p:nvSpPr>
          <p:cNvPr id="165" name="Google Shape;165;p6"/>
          <p:cNvSpPr/>
          <p:nvPr/>
        </p:nvSpPr>
        <p:spPr>
          <a:xfrm>
            <a:off x="6096000" y="4114800"/>
            <a:ext cx="2667000" cy="762000"/>
          </a:xfrm>
          <a:prstGeom prst="rect">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Times New Roman"/>
                <a:ea typeface="Times New Roman"/>
                <a:cs typeface="Times New Roman"/>
                <a:sym typeface="Times New Roman"/>
              </a:rPr>
              <a:t>Destination</a:t>
            </a:r>
            <a:endParaRPr/>
          </a:p>
        </p:txBody>
      </p:sp>
      <p:sp>
        <p:nvSpPr>
          <p:cNvPr id="166" name="Google Shape;166;p6"/>
          <p:cNvSpPr/>
          <p:nvPr/>
        </p:nvSpPr>
        <p:spPr>
          <a:xfrm>
            <a:off x="4343400" y="4343400"/>
            <a:ext cx="1752600" cy="457200"/>
          </a:xfrm>
          <a:prstGeom prst="rect">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167" name="Google Shape;167;p6"/>
          <p:cNvCxnSpPr/>
          <p:nvPr/>
        </p:nvCxnSpPr>
        <p:spPr>
          <a:xfrm rot="10800000">
            <a:off x="4724400" y="4572000"/>
            <a:ext cx="1371600" cy="0"/>
          </a:xfrm>
          <a:prstGeom prst="straightConnector1">
            <a:avLst/>
          </a:prstGeom>
          <a:noFill/>
          <a:ln w="9525" cap="flat" cmpd="sng">
            <a:solidFill>
              <a:schemeClr val="dk1"/>
            </a:solidFill>
            <a:prstDash val="solid"/>
            <a:round/>
            <a:headEnd type="triangle" w="med" len="med"/>
            <a:tailEnd type="none" w="med" len="med"/>
          </a:ln>
        </p:spPr>
      </p:cxnSp>
      <p:cxnSp>
        <p:nvCxnSpPr>
          <p:cNvPr id="168" name="Google Shape;168;p6"/>
          <p:cNvCxnSpPr/>
          <p:nvPr/>
        </p:nvCxnSpPr>
        <p:spPr>
          <a:xfrm rot="10800000">
            <a:off x="2667000" y="4572000"/>
            <a:ext cx="1676400" cy="0"/>
          </a:xfrm>
          <a:prstGeom prst="straightConnector1">
            <a:avLst/>
          </a:prstGeom>
          <a:noFill/>
          <a:ln w="9525" cap="flat" cmpd="sng">
            <a:solidFill>
              <a:schemeClr val="dk1"/>
            </a:solidFill>
            <a:prstDash val="solid"/>
            <a:round/>
            <a:headEnd type="triangle" w="med" len="med"/>
            <a:tailEnd type="none" w="med" len="med"/>
          </a:ln>
        </p:spPr>
      </p:cxnSp>
      <p:sp>
        <p:nvSpPr>
          <p:cNvPr id="169" name="Google Shape;169;p6"/>
          <p:cNvSpPr txBox="1"/>
          <p:nvPr/>
        </p:nvSpPr>
        <p:spPr>
          <a:xfrm>
            <a:off x="2819400" y="4038600"/>
            <a:ext cx="13716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write</a:t>
            </a:r>
            <a:endParaRPr/>
          </a:p>
        </p:txBody>
      </p:sp>
      <p:sp>
        <p:nvSpPr>
          <p:cNvPr id="170" name="Google Shape;170;p6"/>
          <p:cNvSpPr txBox="1"/>
          <p:nvPr/>
        </p:nvSpPr>
        <p:spPr>
          <a:xfrm>
            <a:off x="4114800" y="3810000"/>
            <a:ext cx="20574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Output Stream</a:t>
            </a:r>
            <a:endParaRPr/>
          </a:p>
        </p:txBody>
      </p:sp>
      <p:sp>
        <p:nvSpPr>
          <p:cNvPr id="171" name="Google Shape;171;p6"/>
          <p:cNvSpPr txBox="1"/>
          <p:nvPr/>
        </p:nvSpPr>
        <p:spPr>
          <a:xfrm>
            <a:off x="685800" y="5181600"/>
            <a:ext cx="80010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(a) Writing data to a destination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7"/>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7</a:t>
            </a:fld>
            <a:endParaRPr/>
          </a:p>
        </p:txBody>
      </p:sp>
      <p:sp>
        <p:nvSpPr>
          <p:cNvPr id="178" name="Google Shape;178;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Times New Roman"/>
                <a:ea typeface="Times New Roman"/>
                <a:cs typeface="Times New Roman"/>
                <a:sym typeface="Times New Roman"/>
              </a:rPr>
              <a:t>Java idioms</a:t>
            </a:r>
            <a:endParaRPr/>
          </a:p>
        </p:txBody>
      </p:sp>
      <p:sp>
        <p:nvSpPr>
          <p:cNvPr id="179" name="Google Shape;179;p7"/>
          <p:cNvSpPr txBox="1">
            <a:spLocks noGrp="1"/>
          </p:cNvSpPr>
          <p:nvPr>
            <p:ph type="body" idx="4294967295"/>
          </p:nvPr>
        </p:nvSpPr>
        <p:spPr>
          <a:xfrm>
            <a:off x="762000" y="1524000"/>
            <a:ext cx="6705600" cy="53975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2800"/>
              <a:buFont typeface="Times New Roman"/>
              <a:buNone/>
            </a:pPr>
            <a:r>
              <a:rPr lang="en-US" sz="2800">
                <a:latin typeface="Times New Roman"/>
                <a:ea typeface="Times New Roman"/>
                <a:cs typeface="Times New Roman"/>
                <a:sym typeface="Times New Roman"/>
              </a:rPr>
              <a:t>Writing</a:t>
            </a:r>
            <a:br>
              <a:rPr lang="en-US" sz="2800"/>
            </a:br>
            <a:endParaRPr sz="2800"/>
          </a:p>
        </p:txBody>
      </p:sp>
      <p:sp>
        <p:nvSpPr>
          <p:cNvPr id="180" name="Google Shape;180;p7"/>
          <p:cNvSpPr/>
          <p:nvPr/>
        </p:nvSpPr>
        <p:spPr>
          <a:xfrm>
            <a:off x="685800" y="3810000"/>
            <a:ext cx="6705600" cy="685800"/>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800">
                <a:solidFill>
                  <a:schemeClr val="dk1"/>
                </a:solidFill>
                <a:latin typeface="Times"/>
                <a:ea typeface="Times"/>
                <a:cs typeface="Times"/>
                <a:sym typeface="Times"/>
              </a:rPr>
              <a:t>Reading</a:t>
            </a:r>
            <a:br>
              <a:rPr lang="en-US" sz="2800">
                <a:solidFill>
                  <a:schemeClr val="dk1"/>
                </a:solidFill>
                <a:latin typeface="Times"/>
                <a:ea typeface="Times"/>
                <a:cs typeface="Times"/>
                <a:sym typeface="Times"/>
              </a:rPr>
            </a:br>
            <a:endParaRPr sz="2800">
              <a:solidFill>
                <a:schemeClr val="dk1"/>
              </a:solidFill>
              <a:latin typeface="Times"/>
              <a:ea typeface="Times"/>
              <a:cs typeface="Times"/>
              <a:sym typeface="Times"/>
            </a:endParaRPr>
          </a:p>
        </p:txBody>
      </p:sp>
      <p:sp>
        <p:nvSpPr>
          <p:cNvPr id="181" name="Google Shape;181;p7"/>
          <p:cNvSpPr/>
          <p:nvPr/>
        </p:nvSpPr>
        <p:spPr>
          <a:xfrm>
            <a:off x="1143000" y="2209800"/>
            <a:ext cx="6781800" cy="1562100"/>
          </a:xfrm>
          <a:prstGeom prst="rect">
            <a:avLst/>
          </a:prstGeom>
          <a:noFill/>
          <a:ln w="12700" cap="flat" cmpd="sng">
            <a:solidFill>
              <a:schemeClr val="dk1"/>
            </a:solidFill>
            <a:prstDash val="solid"/>
            <a:miter lim="800000"/>
            <a:headEnd type="none" w="sm" len="sm"/>
            <a:tailEnd type="none" w="sm" len="sm"/>
          </a:ln>
        </p:spPr>
        <p:txBody>
          <a:bodyPr spcFirstLastPara="1" wrap="square" lIns="90475" tIns="44450" rIns="90475" bIns="44450" anchor="t" anchorCtr="0">
            <a:spAutoFit/>
          </a:bodyPr>
          <a:lstStyle/>
          <a:p>
            <a:pPr marL="0" marR="0" lvl="0" indent="0" algn="l" rtl="0">
              <a:spcBef>
                <a:spcPts val="0"/>
              </a:spcBef>
              <a:spcAft>
                <a:spcPts val="0"/>
              </a:spcAft>
              <a:buNone/>
            </a:pPr>
            <a:r>
              <a:rPr lang="en-US" sz="2400" b="1">
                <a:solidFill>
                  <a:schemeClr val="dk1"/>
                </a:solidFill>
                <a:latin typeface="Times New Roman"/>
                <a:ea typeface="Times New Roman"/>
                <a:cs typeface="Times New Roman"/>
                <a:sym typeface="Times New Roman"/>
              </a:rPr>
              <a:t>open a stream</a:t>
            </a:r>
            <a:br>
              <a:rPr lang="en-US" sz="2400" b="1">
                <a:solidFill>
                  <a:schemeClr val="dk1"/>
                </a:solidFill>
                <a:latin typeface="Times New Roman"/>
                <a:ea typeface="Times New Roman"/>
                <a:cs typeface="Times New Roman"/>
                <a:sym typeface="Times New Roman"/>
              </a:rPr>
            </a:br>
            <a:r>
              <a:rPr lang="en-US" sz="2400" b="1">
                <a:solidFill>
                  <a:schemeClr val="dk1"/>
                </a:solidFill>
                <a:latin typeface="Times New Roman"/>
                <a:ea typeface="Times New Roman"/>
                <a:cs typeface="Times New Roman"/>
                <a:sym typeface="Times New Roman"/>
              </a:rPr>
              <a:t>while(more information)</a:t>
            </a:r>
            <a:br>
              <a:rPr lang="en-US" sz="2400" b="1">
                <a:solidFill>
                  <a:schemeClr val="dk1"/>
                </a:solidFill>
                <a:latin typeface="Times New Roman"/>
                <a:ea typeface="Times New Roman"/>
                <a:cs typeface="Times New Roman"/>
                <a:sym typeface="Times New Roman"/>
              </a:rPr>
            </a:br>
            <a:r>
              <a:rPr lang="en-US" sz="2400" b="1">
                <a:solidFill>
                  <a:schemeClr val="dk1"/>
                </a:solidFill>
                <a:latin typeface="Times New Roman"/>
                <a:ea typeface="Times New Roman"/>
                <a:cs typeface="Times New Roman"/>
                <a:sym typeface="Times New Roman"/>
              </a:rPr>
              <a:t>	write information to stream</a:t>
            </a:r>
            <a:br>
              <a:rPr lang="en-US" sz="2400" b="1">
                <a:solidFill>
                  <a:schemeClr val="dk1"/>
                </a:solidFill>
                <a:latin typeface="Times New Roman"/>
                <a:ea typeface="Times New Roman"/>
                <a:cs typeface="Times New Roman"/>
                <a:sym typeface="Times New Roman"/>
              </a:rPr>
            </a:br>
            <a:r>
              <a:rPr lang="en-US" sz="2400" b="1">
                <a:solidFill>
                  <a:schemeClr val="dk1"/>
                </a:solidFill>
                <a:latin typeface="Times New Roman"/>
                <a:ea typeface="Times New Roman"/>
                <a:cs typeface="Times New Roman"/>
                <a:sym typeface="Times New Roman"/>
              </a:rPr>
              <a:t>close the stream</a:t>
            </a:r>
            <a:endParaRPr/>
          </a:p>
        </p:txBody>
      </p:sp>
      <p:sp>
        <p:nvSpPr>
          <p:cNvPr id="182" name="Google Shape;182;p7"/>
          <p:cNvSpPr/>
          <p:nvPr/>
        </p:nvSpPr>
        <p:spPr>
          <a:xfrm>
            <a:off x="1219200" y="4470400"/>
            <a:ext cx="6781800" cy="1562100"/>
          </a:xfrm>
          <a:prstGeom prst="rect">
            <a:avLst/>
          </a:prstGeom>
          <a:noFill/>
          <a:ln w="12700" cap="flat" cmpd="sng">
            <a:solidFill>
              <a:schemeClr val="dk1"/>
            </a:solidFill>
            <a:prstDash val="solid"/>
            <a:miter lim="800000"/>
            <a:headEnd type="none" w="sm" len="sm"/>
            <a:tailEnd type="none" w="sm" len="sm"/>
          </a:ln>
        </p:spPr>
        <p:txBody>
          <a:bodyPr spcFirstLastPara="1" wrap="square" lIns="90475" tIns="44450" rIns="90475" bIns="44450" anchor="t" anchorCtr="0">
            <a:spAutoFit/>
          </a:bodyPr>
          <a:lstStyle/>
          <a:p>
            <a:pPr marL="0" marR="0" lvl="0" indent="0" algn="l" rtl="0">
              <a:spcBef>
                <a:spcPts val="0"/>
              </a:spcBef>
              <a:spcAft>
                <a:spcPts val="0"/>
              </a:spcAft>
              <a:buNone/>
            </a:pPr>
            <a:r>
              <a:rPr lang="en-US" sz="2400" b="1">
                <a:solidFill>
                  <a:schemeClr val="dk1"/>
                </a:solidFill>
                <a:latin typeface="Times New Roman"/>
                <a:ea typeface="Times New Roman"/>
                <a:cs typeface="Times New Roman"/>
                <a:sym typeface="Times New Roman"/>
              </a:rPr>
              <a:t>open a stream</a:t>
            </a:r>
            <a:br>
              <a:rPr lang="en-US" sz="2400" b="1">
                <a:solidFill>
                  <a:schemeClr val="dk1"/>
                </a:solidFill>
                <a:latin typeface="Times New Roman"/>
                <a:ea typeface="Times New Roman"/>
                <a:cs typeface="Times New Roman"/>
                <a:sym typeface="Times New Roman"/>
              </a:rPr>
            </a:br>
            <a:r>
              <a:rPr lang="en-US" sz="2400" b="1">
                <a:solidFill>
                  <a:schemeClr val="dk1"/>
                </a:solidFill>
                <a:latin typeface="Times New Roman"/>
                <a:ea typeface="Times New Roman"/>
                <a:cs typeface="Times New Roman"/>
                <a:sym typeface="Times New Roman"/>
              </a:rPr>
              <a:t>while(more information)</a:t>
            </a:r>
            <a:br>
              <a:rPr lang="en-US" sz="2400" b="1">
                <a:solidFill>
                  <a:schemeClr val="dk1"/>
                </a:solidFill>
                <a:latin typeface="Times New Roman"/>
                <a:ea typeface="Times New Roman"/>
                <a:cs typeface="Times New Roman"/>
                <a:sym typeface="Times New Roman"/>
              </a:rPr>
            </a:br>
            <a:r>
              <a:rPr lang="en-US" sz="2400" b="1">
                <a:solidFill>
                  <a:schemeClr val="dk1"/>
                </a:solidFill>
                <a:latin typeface="Times New Roman"/>
                <a:ea typeface="Times New Roman"/>
                <a:cs typeface="Times New Roman"/>
                <a:sym typeface="Times New Roman"/>
              </a:rPr>
              <a:t>	read information from stream</a:t>
            </a:r>
            <a:br>
              <a:rPr lang="en-US" sz="2400" b="1">
                <a:solidFill>
                  <a:schemeClr val="dk1"/>
                </a:solidFill>
                <a:latin typeface="Times New Roman"/>
                <a:ea typeface="Times New Roman"/>
                <a:cs typeface="Times New Roman"/>
                <a:sym typeface="Times New Roman"/>
              </a:rPr>
            </a:br>
            <a:r>
              <a:rPr lang="en-US" sz="2400" b="1">
                <a:solidFill>
                  <a:schemeClr val="dk1"/>
                </a:solidFill>
                <a:latin typeface="Times New Roman"/>
                <a:ea typeface="Times New Roman"/>
                <a:cs typeface="Times New Roman"/>
                <a:sym typeface="Times New Roman"/>
              </a:rPr>
              <a:t>close the stream</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8"/>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8</a:t>
            </a:fld>
            <a:endParaRPr/>
          </a:p>
        </p:txBody>
      </p:sp>
      <p:sp>
        <p:nvSpPr>
          <p:cNvPr id="188" name="Google Shape;188;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The Predefined Stream</a:t>
            </a:r>
            <a:endParaRPr/>
          </a:p>
        </p:txBody>
      </p:sp>
      <p:sp>
        <p:nvSpPr>
          <p:cNvPr id="189" name="Google Shape;189;p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java.lang contains a class named </a:t>
            </a:r>
            <a:r>
              <a:rPr lang="en-US" sz="2800" b="1">
                <a:latin typeface="Times New Roman"/>
                <a:ea typeface="Times New Roman"/>
                <a:cs typeface="Times New Roman"/>
                <a:sym typeface="Times New Roman"/>
              </a:rPr>
              <a:t>System</a:t>
            </a:r>
            <a:r>
              <a:rPr lang="en-US" sz="2800">
                <a:latin typeface="Times New Roman"/>
                <a:ea typeface="Times New Roman"/>
                <a:cs typeface="Times New Roman"/>
                <a:sym typeface="Times New Roman"/>
              </a:rPr>
              <a:t>.</a:t>
            </a:r>
            <a:endParaRPr/>
          </a:p>
          <a:p>
            <a:pPr marL="342900" lvl="0" indent="-342900" algn="l" rtl="0">
              <a:spcBef>
                <a:spcPts val="56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System contains 3 predefined stream variables: </a:t>
            </a:r>
            <a:r>
              <a:rPr lang="en-US" sz="2800" b="1">
                <a:latin typeface="Times New Roman"/>
                <a:ea typeface="Times New Roman"/>
                <a:cs typeface="Times New Roman"/>
                <a:sym typeface="Times New Roman"/>
              </a:rPr>
              <a:t>in</a:t>
            </a:r>
            <a:r>
              <a:rPr lang="en-US" sz="2800">
                <a:latin typeface="Times New Roman"/>
                <a:ea typeface="Times New Roman"/>
                <a:cs typeface="Times New Roman"/>
                <a:sym typeface="Times New Roman"/>
              </a:rPr>
              <a:t>, </a:t>
            </a:r>
            <a:r>
              <a:rPr lang="en-US" sz="2800" b="1">
                <a:latin typeface="Times New Roman"/>
                <a:ea typeface="Times New Roman"/>
                <a:cs typeface="Times New Roman"/>
                <a:sym typeface="Times New Roman"/>
              </a:rPr>
              <a:t>out</a:t>
            </a:r>
            <a:r>
              <a:rPr lang="en-US" sz="2800">
                <a:latin typeface="Times New Roman"/>
                <a:ea typeface="Times New Roman"/>
                <a:cs typeface="Times New Roman"/>
                <a:sym typeface="Times New Roman"/>
              </a:rPr>
              <a:t> and </a:t>
            </a:r>
            <a:r>
              <a:rPr lang="en-US" sz="2800" b="1">
                <a:latin typeface="Times New Roman"/>
                <a:ea typeface="Times New Roman"/>
                <a:cs typeface="Times New Roman"/>
                <a:sym typeface="Times New Roman"/>
              </a:rPr>
              <a:t>err</a:t>
            </a:r>
            <a:r>
              <a:rPr lang="en-US" sz="2800">
                <a:latin typeface="Times New Roman"/>
                <a:ea typeface="Times New Roman"/>
                <a:cs typeface="Times New Roman"/>
                <a:sym typeface="Times New Roman"/>
              </a:rPr>
              <a:t>. They are declared </a:t>
            </a:r>
            <a:r>
              <a:rPr lang="en-US" sz="2800" b="1">
                <a:latin typeface="Times New Roman"/>
                <a:ea typeface="Times New Roman"/>
                <a:cs typeface="Times New Roman"/>
                <a:sym typeface="Times New Roman"/>
              </a:rPr>
              <a:t>public</a:t>
            </a:r>
            <a:r>
              <a:rPr lang="en-US" sz="2800">
                <a:latin typeface="Times New Roman"/>
                <a:ea typeface="Times New Roman"/>
                <a:cs typeface="Times New Roman"/>
                <a:sym typeface="Times New Roman"/>
              </a:rPr>
              <a:t> and </a:t>
            </a:r>
            <a:r>
              <a:rPr lang="en-US" sz="2800" b="1">
                <a:latin typeface="Times New Roman"/>
                <a:ea typeface="Times New Roman"/>
                <a:cs typeface="Times New Roman"/>
                <a:sym typeface="Times New Roman"/>
              </a:rPr>
              <a:t>static</a:t>
            </a:r>
            <a:r>
              <a:rPr lang="en-US" sz="2800">
                <a:latin typeface="Times New Roman"/>
                <a:ea typeface="Times New Roman"/>
                <a:cs typeface="Times New Roman"/>
                <a:sym typeface="Times New Roman"/>
              </a:rPr>
              <a:t>.</a:t>
            </a:r>
            <a:endParaRPr/>
          </a:p>
          <a:p>
            <a:pPr marL="342900" lvl="0" indent="-342900" algn="l" rtl="0">
              <a:spcBef>
                <a:spcPts val="560"/>
              </a:spcBef>
              <a:spcAft>
                <a:spcPts val="0"/>
              </a:spcAft>
              <a:buClr>
                <a:schemeClr val="dk1"/>
              </a:buClr>
              <a:buSzPts val="2800"/>
              <a:buFont typeface="Noto Sans Symbols"/>
              <a:buChar char="✔"/>
            </a:pPr>
            <a:r>
              <a:rPr lang="en-US" sz="2800" b="1">
                <a:latin typeface="Times New Roman"/>
                <a:ea typeface="Times New Roman"/>
                <a:cs typeface="Times New Roman"/>
                <a:sym typeface="Times New Roman"/>
              </a:rPr>
              <a:t>System.in</a:t>
            </a:r>
            <a:r>
              <a:rPr lang="en-US" sz="2800">
                <a:latin typeface="Times New Roman"/>
                <a:ea typeface="Times New Roman"/>
                <a:cs typeface="Times New Roman"/>
                <a:sym typeface="Times New Roman"/>
              </a:rPr>
              <a:t>- standard input stream.</a:t>
            </a:r>
            <a:endParaRPr/>
          </a:p>
          <a:p>
            <a:pPr marL="342900" lvl="0" indent="-342900" algn="l" rtl="0">
              <a:spcBef>
                <a:spcPts val="560"/>
              </a:spcBef>
              <a:spcAft>
                <a:spcPts val="0"/>
              </a:spcAft>
              <a:buClr>
                <a:schemeClr val="dk1"/>
              </a:buClr>
              <a:buSzPts val="2800"/>
              <a:buFont typeface="Noto Sans Symbols"/>
              <a:buNone/>
            </a:pPr>
            <a:r>
              <a:rPr lang="en-US" sz="2800">
                <a:latin typeface="Times New Roman"/>
                <a:ea typeface="Times New Roman"/>
                <a:cs typeface="Times New Roman"/>
                <a:sym typeface="Times New Roman"/>
              </a:rPr>
              <a:t>		         - an object of type </a:t>
            </a:r>
            <a:r>
              <a:rPr lang="en-US" sz="2800" b="1">
                <a:latin typeface="Times New Roman"/>
                <a:ea typeface="Times New Roman"/>
                <a:cs typeface="Times New Roman"/>
                <a:sym typeface="Times New Roman"/>
              </a:rPr>
              <a:t>InputStream</a:t>
            </a:r>
            <a:endParaRPr/>
          </a:p>
          <a:p>
            <a:pPr marL="342900" lvl="0" indent="-342900" algn="l" rtl="0">
              <a:spcBef>
                <a:spcPts val="560"/>
              </a:spcBef>
              <a:spcAft>
                <a:spcPts val="0"/>
              </a:spcAft>
              <a:buClr>
                <a:schemeClr val="dk1"/>
              </a:buClr>
              <a:buSzPts val="2800"/>
              <a:buFont typeface="Noto Sans Symbols"/>
              <a:buChar char="✔"/>
            </a:pPr>
            <a:r>
              <a:rPr lang="en-US" sz="2800" b="1">
                <a:latin typeface="Times New Roman"/>
                <a:ea typeface="Times New Roman"/>
                <a:cs typeface="Times New Roman"/>
                <a:sym typeface="Times New Roman"/>
              </a:rPr>
              <a:t>System.out</a:t>
            </a:r>
            <a:r>
              <a:rPr lang="en-US" sz="2800">
                <a:latin typeface="Times New Roman"/>
                <a:ea typeface="Times New Roman"/>
                <a:cs typeface="Times New Roman"/>
                <a:sym typeface="Times New Roman"/>
              </a:rPr>
              <a:t>- standard output stream</a:t>
            </a:r>
            <a:endParaRPr/>
          </a:p>
          <a:p>
            <a:pPr marL="342900" lvl="0" indent="-342900" algn="l" rtl="0">
              <a:spcBef>
                <a:spcPts val="560"/>
              </a:spcBef>
              <a:spcAft>
                <a:spcPts val="0"/>
              </a:spcAft>
              <a:buClr>
                <a:schemeClr val="dk1"/>
              </a:buClr>
              <a:buSzPts val="2800"/>
              <a:buFont typeface="Noto Sans Symbols"/>
              <a:buNone/>
            </a:pPr>
            <a:r>
              <a:rPr lang="en-US" sz="2800">
                <a:latin typeface="Times New Roman"/>
                <a:ea typeface="Times New Roman"/>
                <a:cs typeface="Times New Roman"/>
                <a:sym typeface="Times New Roman"/>
              </a:rPr>
              <a:t>		          -an object of type </a:t>
            </a:r>
            <a:r>
              <a:rPr lang="en-US" sz="2800" b="1">
                <a:latin typeface="Times New Roman"/>
                <a:ea typeface="Times New Roman"/>
                <a:cs typeface="Times New Roman"/>
                <a:sym typeface="Times New Roman"/>
              </a:rPr>
              <a:t>PrintStream</a:t>
            </a:r>
            <a:r>
              <a:rPr lang="en-US" sz="2800">
                <a:latin typeface="Times New Roman"/>
                <a:ea typeface="Times New Roman"/>
                <a:cs typeface="Times New Roman"/>
                <a:sym typeface="Times New Roman"/>
              </a:rPr>
              <a:t>.</a:t>
            </a:r>
            <a:endParaRPr/>
          </a:p>
          <a:p>
            <a:pPr marL="342900" lvl="0" indent="-342900" algn="l" rtl="0">
              <a:spcBef>
                <a:spcPts val="560"/>
              </a:spcBef>
              <a:spcAft>
                <a:spcPts val="0"/>
              </a:spcAft>
              <a:buClr>
                <a:schemeClr val="dk1"/>
              </a:buClr>
              <a:buSzPts val="2800"/>
              <a:buFont typeface="Noto Sans Symbols"/>
              <a:buChar char="✔"/>
            </a:pPr>
            <a:r>
              <a:rPr lang="en-US" sz="2800" b="1">
                <a:latin typeface="Times New Roman"/>
                <a:ea typeface="Times New Roman"/>
                <a:cs typeface="Times New Roman"/>
                <a:sym typeface="Times New Roman"/>
              </a:rPr>
              <a:t>System.err</a:t>
            </a:r>
            <a:r>
              <a:rPr lang="en-US" sz="2800">
                <a:latin typeface="Times New Roman"/>
                <a:ea typeface="Times New Roman"/>
                <a:cs typeface="Times New Roman"/>
                <a:sym typeface="Times New Roman"/>
              </a:rPr>
              <a:t>- standard error stream</a:t>
            </a:r>
            <a:endParaRPr/>
          </a:p>
          <a:p>
            <a:pPr marL="342900" lvl="0" indent="-342900" algn="l" rtl="0">
              <a:spcBef>
                <a:spcPts val="560"/>
              </a:spcBef>
              <a:spcAft>
                <a:spcPts val="0"/>
              </a:spcAft>
              <a:buClr>
                <a:schemeClr val="dk1"/>
              </a:buClr>
              <a:buSzPts val="2800"/>
              <a:buFont typeface="Noto Sans Symbols"/>
              <a:buNone/>
            </a:pPr>
            <a:r>
              <a:rPr lang="en-US" sz="2800">
                <a:latin typeface="Times New Roman"/>
                <a:ea typeface="Times New Roman"/>
                <a:cs typeface="Times New Roman"/>
                <a:sym typeface="Times New Roman"/>
              </a:rPr>
              <a:t>		          - an object of type </a:t>
            </a:r>
            <a:r>
              <a:rPr lang="en-US" sz="2800" b="1">
                <a:latin typeface="Times New Roman"/>
                <a:ea typeface="Times New Roman"/>
                <a:cs typeface="Times New Roman"/>
                <a:sym typeface="Times New Roman"/>
              </a:rPr>
              <a:t>PrintStream</a:t>
            </a:r>
            <a:r>
              <a:rPr lang="en-US" sz="2800">
                <a:latin typeface="Times New Roman"/>
                <a:ea typeface="Times New Roman"/>
                <a:cs typeface="Times New Roman"/>
                <a:sym typeface="Times New Roman"/>
              </a:rPr>
              <a: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9"/>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9</a:t>
            </a:fld>
            <a:endParaRPr/>
          </a:p>
        </p:txBody>
      </p:sp>
      <p:sp>
        <p:nvSpPr>
          <p:cNvPr id="195" name="Google Shape;195;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I/O Stream</a:t>
            </a:r>
            <a:endParaRPr/>
          </a:p>
        </p:txBody>
      </p:sp>
      <p:sp>
        <p:nvSpPr>
          <p:cNvPr id="196" name="Google Shape;196;p9"/>
          <p:cNvSpPr txBox="1">
            <a:spLocks noGrp="1"/>
          </p:cNvSpPr>
          <p:nvPr>
            <p:ph type="body" idx="1"/>
          </p:nvPr>
        </p:nvSpPr>
        <p:spPr>
          <a:xfrm>
            <a:off x="457200" y="1600200"/>
            <a:ext cx="84582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3200"/>
              <a:buFont typeface="Noto Sans Symbols"/>
              <a:buChar char="✔"/>
            </a:pPr>
            <a:r>
              <a:rPr lang="en-US">
                <a:latin typeface="Times New Roman"/>
                <a:ea typeface="Times New Roman"/>
                <a:cs typeface="Times New Roman"/>
                <a:sym typeface="Times New Roman"/>
              </a:rPr>
              <a:t>The java.io package contains many classes that allow us to define various streams with particular characteristics</a:t>
            </a:r>
            <a:endParaRPr/>
          </a:p>
          <a:p>
            <a:pPr marL="342900" lvl="0" indent="-342900" algn="l" rtl="0">
              <a:spcBef>
                <a:spcPts val="2240"/>
              </a:spcBef>
              <a:spcAft>
                <a:spcPts val="0"/>
              </a:spcAft>
              <a:buClr>
                <a:schemeClr val="dk1"/>
              </a:buClr>
              <a:buSzPts val="3200"/>
              <a:buFont typeface="Noto Sans Symbols"/>
              <a:buChar char="✔"/>
            </a:pPr>
            <a:r>
              <a:rPr lang="en-US">
                <a:latin typeface="Times New Roman"/>
                <a:ea typeface="Times New Roman"/>
                <a:cs typeface="Times New Roman"/>
                <a:sym typeface="Times New Roman"/>
              </a:rPr>
              <a:t>Two types of I/O streams:</a:t>
            </a:r>
            <a:endParaRPr/>
          </a:p>
          <a:p>
            <a:pPr marL="342900" lvl="0" indent="-342900" algn="l" rtl="0">
              <a:spcBef>
                <a:spcPts val="2240"/>
              </a:spcBef>
              <a:spcAft>
                <a:spcPts val="0"/>
              </a:spcAft>
              <a:buClr>
                <a:schemeClr val="dk1"/>
              </a:buClr>
              <a:buSzPts val="3200"/>
              <a:buFont typeface="Noto Sans Symbols"/>
              <a:buNone/>
            </a:pPr>
            <a:r>
              <a:rPr lang="en-US">
                <a:latin typeface="Times New Roman"/>
                <a:ea typeface="Times New Roman"/>
                <a:cs typeface="Times New Roman"/>
                <a:sym typeface="Times New Roman"/>
              </a:rPr>
              <a:t>	-byte streams and                 –character streams.</a:t>
            </a:r>
            <a:endParaRPr/>
          </a:p>
          <a:p>
            <a:pPr marL="342900" lvl="0" indent="-139700" algn="l" rtl="0">
              <a:spcBef>
                <a:spcPts val="2240"/>
              </a:spcBef>
              <a:spcAft>
                <a:spcPts val="0"/>
              </a:spcAft>
              <a:buClr>
                <a:schemeClr val="dk1"/>
              </a:buClr>
              <a:buSzPts val="3200"/>
              <a:buFont typeface="Noto Sans Symbols"/>
              <a:buNone/>
            </a:pPr>
            <a:endParaRPr>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0"/>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10</a:t>
            </a:fld>
            <a:endParaRPr/>
          </a:p>
        </p:txBody>
      </p:sp>
      <p:sp>
        <p:nvSpPr>
          <p:cNvPr id="202" name="Google Shape;202;p10"/>
          <p:cNvSpPr txBox="1">
            <a:spLocks noGrp="1"/>
          </p:cNvSpPr>
          <p:nvPr>
            <p:ph type="body" idx="1"/>
          </p:nvPr>
        </p:nvSpPr>
        <p:spPr>
          <a:xfrm>
            <a:off x="685800" y="533400"/>
            <a:ext cx="8001000" cy="55975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3200"/>
              <a:buFont typeface="Noto Sans Symbols"/>
              <a:buNone/>
            </a:pPr>
            <a:r>
              <a:rPr lang="en-US" b="1" u="sng">
                <a:latin typeface="Times New Roman"/>
                <a:ea typeface="Times New Roman"/>
                <a:cs typeface="Times New Roman"/>
                <a:sym typeface="Times New Roman"/>
              </a:rPr>
              <a:t>Byte Stream:</a:t>
            </a:r>
            <a:endParaRPr/>
          </a:p>
          <a:p>
            <a:pPr marL="342900" lvl="0" indent="-342900" algn="l" rtl="0">
              <a:spcBef>
                <a:spcPts val="56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Used to handle input and output of bytes.</a:t>
            </a:r>
            <a:endParaRPr/>
          </a:p>
          <a:p>
            <a:pPr marL="342900" lvl="0" indent="-342900" algn="l" rtl="0">
              <a:spcBef>
                <a:spcPts val="56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Used when reading and writing binary data.</a:t>
            </a:r>
            <a:endParaRPr/>
          </a:p>
          <a:p>
            <a:pPr marL="342900" lvl="0" indent="-342900" algn="l" rtl="0">
              <a:spcBef>
                <a:spcPts val="560"/>
              </a:spcBef>
              <a:spcAft>
                <a:spcPts val="0"/>
              </a:spcAft>
              <a:buClr>
                <a:schemeClr val="dk1"/>
              </a:buClr>
              <a:buSzPts val="2800"/>
              <a:buFont typeface="Noto Sans Symbols"/>
              <a:buNone/>
            </a:pPr>
            <a:endParaRPr sz="2800">
              <a:latin typeface="Times New Roman"/>
              <a:ea typeface="Times New Roman"/>
              <a:cs typeface="Times New Roman"/>
              <a:sym typeface="Times New Roman"/>
            </a:endParaRPr>
          </a:p>
          <a:p>
            <a:pPr marL="342900" lvl="0" indent="-342900" algn="l" rtl="0">
              <a:spcBef>
                <a:spcPts val="560"/>
              </a:spcBef>
              <a:spcAft>
                <a:spcPts val="0"/>
              </a:spcAft>
              <a:buClr>
                <a:schemeClr val="dk1"/>
              </a:buClr>
              <a:buSzPts val="2800"/>
              <a:buFont typeface="Noto Sans Symbols"/>
              <a:buNone/>
            </a:pPr>
            <a:r>
              <a:rPr lang="en-US" sz="2800" b="1" u="sng">
                <a:latin typeface="Times New Roman"/>
                <a:ea typeface="Times New Roman"/>
                <a:cs typeface="Times New Roman"/>
                <a:sym typeface="Times New Roman"/>
              </a:rPr>
              <a:t>Character Stream:</a:t>
            </a:r>
            <a:endParaRPr/>
          </a:p>
          <a:p>
            <a:pPr marL="342900" lvl="0" indent="-342900" algn="l" rtl="0">
              <a:spcBef>
                <a:spcPts val="56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Used to handle input and output of characters.</a:t>
            </a:r>
            <a:endParaRPr/>
          </a:p>
          <a:p>
            <a:pPr marL="342900" lvl="0" indent="-342900" algn="l" rtl="0">
              <a:spcBef>
                <a:spcPts val="56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Use unicode and can be internationalized.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1"/>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11</a:t>
            </a:fld>
            <a:endParaRPr/>
          </a:p>
        </p:txBody>
      </p:sp>
      <p:sp>
        <p:nvSpPr>
          <p:cNvPr id="208" name="Google Shape;208;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Top I/O Hierarchy</a:t>
            </a:r>
            <a:endParaRPr/>
          </a:p>
        </p:txBody>
      </p:sp>
      <p:pic>
        <p:nvPicPr>
          <p:cNvPr id="209" name="Google Shape;209;p11" descr="ioHierarchyTop"/>
          <p:cNvPicPr preferRelativeResize="0">
            <a:picLocks noGrp="1"/>
          </p:cNvPicPr>
          <p:nvPr>
            <p:ph type="body" idx="1"/>
          </p:nvPr>
        </p:nvPicPr>
        <p:blipFill rotWithShape="1">
          <a:blip r:embed="rId3">
            <a:alphaModFix/>
          </a:blip>
          <a:srcRect/>
          <a:stretch/>
        </p:blipFill>
        <p:spPr>
          <a:xfrm>
            <a:off x="1143000" y="2374900"/>
            <a:ext cx="7086600" cy="39465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2"/>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12</a:t>
            </a:fld>
            <a:endParaRPr/>
          </a:p>
        </p:txBody>
      </p:sp>
      <p:sp>
        <p:nvSpPr>
          <p:cNvPr id="215" name="Google Shape;215;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Times New Roman"/>
                <a:ea typeface="Times New Roman"/>
                <a:cs typeface="Times New Roman"/>
                <a:sym typeface="Times New Roman"/>
              </a:rPr>
              <a:t>InputStream (Byte Stream)</a:t>
            </a:r>
            <a:endParaRPr/>
          </a:p>
        </p:txBody>
      </p:sp>
      <p:pic>
        <p:nvPicPr>
          <p:cNvPr id="216" name="Google Shape;216;p12" descr="inputHierarchy"/>
          <p:cNvPicPr preferRelativeResize="0">
            <a:picLocks noGrp="1"/>
          </p:cNvPicPr>
          <p:nvPr>
            <p:ph type="body" idx="1"/>
          </p:nvPr>
        </p:nvPicPr>
        <p:blipFill rotWithShape="1">
          <a:blip r:embed="rId3">
            <a:alphaModFix/>
          </a:blip>
          <a:srcRect/>
          <a:stretch/>
        </p:blipFill>
        <p:spPr>
          <a:xfrm>
            <a:off x="1219200" y="1371600"/>
            <a:ext cx="7162800" cy="456088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3"/>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13</a:t>
            </a:fld>
            <a:endParaRPr/>
          </a:p>
        </p:txBody>
      </p:sp>
      <p:sp>
        <p:nvSpPr>
          <p:cNvPr id="222" name="Google Shape;222;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Times New Roman"/>
                <a:ea typeface="Times New Roman"/>
                <a:cs typeface="Times New Roman"/>
                <a:sym typeface="Times New Roman"/>
              </a:rPr>
              <a:t>InputStream</a:t>
            </a:r>
            <a:endParaRPr/>
          </a:p>
        </p:txBody>
      </p:sp>
      <p:sp>
        <p:nvSpPr>
          <p:cNvPr id="223" name="Google Shape;223;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Font typeface="Noto Sans Symbols"/>
              <a:buChar char="✔"/>
            </a:pPr>
            <a:r>
              <a:rPr lang="en-US" sz="2400" dirty="0">
                <a:latin typeface="Times New Roman"/>
                <a:ea typeface="Times New Roman"/>
                <a:cs typeface="Times New Roman"/>
                <a:sym typeface="Times New Roman"/>
              </a:rPr>
              <a:t>Is an abstract class.</a:t>
            </a:r>
            <a:endParaRPr dirty="0"/>
          </a:p>
          <a:p>
            <a:pPr marL="342900" lvl="0" indent="-342900" algn="l" rtl="0">
              <a:spcBef>
                <a:spcPts val="480"/>
              </a:spcBef>
              <a:spcAft>
                <a:spcPts val="0"/>
              </a:spcAft>
              <a:buClr>
                <a:schemeClr val="dk1"/>
              </a:buClr>
              <a:buSzPts val="2400"/>
              <a:buFont typeface="Noto Sans Symbols"/>
              <a:buChar char="✔"/>
            </a:pPr>
            <a:r>
              <a:rPr lang="en-US" sz="2400" dirty="0">
                <a:latin typeface="Times New Roman"/>
                <a:ea typeface="Times New Roman"/>
                <a:cs typeface="Times New Roman"/>
                <a:sym typeface="Times New Roman"/>
              </a:rPr>
              <a:t>It implements the </a:t>
            </a:r>
            <a:r>
              <a:rPr lang="en-US" sz="2400" b="1" dirty="0">
                <a:latin typeface="Times New Roman"/>
                <a:ea typeface="Times New Roman"/>
                <a:cs typeface="Times New Roman"/>
                <a:sym typeface="Times New Roman"/>
              </a:rPr>
              <a:t>Closeable</a:t>
            </a:r>
            <a:r>
              <a:rPr lang="en-US" sz="2400" dirty="0">
                <a:latin typeface="Times New Roman"/>
                <a:ea typeface="Times New Roman"/>
                <a:cs typeface="Times New Roman"/>
                <a:sym typeface="Times New Roman"/>
              </a:rPr>
              <a:t> interface.</a:t>
            </a:r>
            <a:endParaRPr dirty="0"/>
          </a:p>
          <a:p>
            <a:pPr marL="342900" lvl="0" indent="-342900" algn="l" rtl="0">
              <a:spcBef>
                <a:spcPts val="480"/>
              </a:spcBef>
              <a:spcAft>
                <a:spcPts val="0"/>
              </a:spcAft>
              <a:buClr>
                <a:schemeClr val="dk1"/>
              </a:buClr>
              <a:buSzPts val="2400"/>
              <a:buFont typeface="Noto Sans Symbols"/>
              <a:buChar char="✔"/>
            </a:pPr>
            <a:r>
              <a:rPr lang="en-US" sz="2400" dirty="0">
                <a:latin typeface="Times New Roman"/>
                <a:ea typeface="Times New Roman"/>
                <a:cs typeface="Times New Roman"/>
                <a:sym typeface="Times New Roman"/>
              </a:rPr>
              <a:t>All the methods throw an </a:t>
            </a:r>
            <a:r>
              <a:rPr lang="en-US" sz="2400" dirty="0" err="1">
                <a:latin typeface="Times New Roman"/>
                <a:ea typeface="Times New Roman"/>
                <a:cs typeface="Times New Roman"/>
                <a:sym typeface="Times New Roman"/>
              </a:rPr>
              <a:t>IOException</a:t>
            </a:r>
            <a:r>
              <a:rPr lang="en-US" sz="2400" dirty="0">
                <a:latin typeface="Times New Roman"/>
                <a:ea typeface="Times New Roman"/>
                <a:cs typeface="Times New Roman"/>
                <a:sym typeface="Times New Roman"/>
              </a:rPr>
              <a:t> on error condition.</a:t>
            </a:r>
            <a:endParaRPr dirty="0"/>
          </a:p>
          <a:p>
            <a:pPr marL="342900" lvl="0" indent="-190500" algn="l" rtl="0">
              <a:spcBef>
                <a:spcPts val="480"/>
              </a:spcBef>
              <a:spcAft>
                <a:spcPts val="0"/>
              </a:spcAft>
              <a:buClr>
                <a:schemeClr val="dk1"/>
              </a:buClr>
              <a:buSzPts val="2400"/>
              <a:buFont typeface="Noto Sans Symbols"/>
              <a:buNone/>
            </a:pPr>
            <a:endParaRPr sz="2400" dirty="0">
              <a:latin typeface="Times New Roman"/>
              <a:ea typeface="Times New Roman"/>
              <a:cs typeface="Times New Roman"/>
              <a:sym typeface="Times New Roman"/>
            </a:endParaRPr>
          </a:p>
          <a:p>
            <a:pPr marL="342900" lvl="0" indent="-342900" algn="l" rtl="0">
              <a:spcBef>
                <a:spcPts val="640"/>
              </a:spcBef>
              <a:spcAft>
                <a:spcPts val="0"/>
              </a:spcAft>
              <a:buClr>
                <a:schemeClr val="dk1"/>
              </a:buClr>
              <a:buSzPts val="3200"/>
              <a:buFont typeface="Noto Sans Symbols"/>
              <a:buNone/>
            </a:pPr>
            <a:r>
              <a:rPr lang="en-US" b="1" u="sng" dirty="0">
                <a:latin typeface="Times New Roman"/>
                <a:ea typeface="Times New Roman"/>
                <a:cs typeface="Times New Roman"/>
                <a:sym typeface="Times New Roman"/>
              </a:rPr>
              <a:t>Closeable Interface:</a:t>
            </a:r>
            <a:endParaRPr dirty="0"/>
          </a:p>
          <a:p>
            <a:pPr marL="342900" lvl="0" indent="-342900" algn="l" rtl="0">
              <a:spcBef>
                <a:spcPts val="480"/>
              </a:spcBef>
              <a:spcAft>
                <a:spcPts val="0"/>
              </a:spcAft>
              <a:buClr>
                <a:schemeClr val="dk1"/>
              </a:buClr>
              <a:buSzPts val="2400"/>
              <a:buFont typeface="Noto Sans Symbols"/>
              <a:buChar char="✔"/>
            </a:pPr>
            <a:r>
              <a:rPr lang="en-US" sz="2400" dirty="0">
                <a:latin typeface="Times New Roman"/>
                <a:ea typeface="Times New Roman"/>
                <a:cs typeface="Times New Roman"/>
                <a:sym typeface="Times New Roman"/>
              </a:rPr>
              <a:t>Belongs to </a:t>
            </a:r>
            <a:r>
              <a:rPr lang="en-US" sz="2400" dirty="0" err="1">
                <a:latin typeface="Times New Roman"/>
                <a:ea typeface="Times New Roman"/>
                <a:cs typeface="Times New Roman"/>
                <a:sym typeface="Times New Roman"/>
              </a:rPr>
              <a:t>java.io</a:t>
            </a:r>
            <a:r>
              <a:rPr lang="en-US" sz="2400" dirty="0">
                <a:latin typeface="Times New Roman"/>
                <a:ea typeface="Times New Roman"/>
                <a:cs typeface="Times New Roman"/>
                <a:sym typeface="Times New Roman"/>
              </a:rPr>
              <a:t>.</a:t>
            </a:r>
            <a:endParaRPr dirty="0"/>
          </a:p>
          <a:p>
            <a:pPr marL="342900" lvl="0" indent="-342900" algn="l" rtl="0">
              <a:spcBef>
                <a:spcPts val="480"/>
              </a:spcBef>
              <a:spcAft>
                <a:spcPts val="0"/>
              </a:spcAft>
              <a:buClr>
                <a:schemeClr val="dk1"/>
              </a:buClr>
              <a:buSzPts val="2400"/>
              <a:buFont typeface="Noto Sans Symbols"/>
              <a:buChar char="✔"/>
            </a:pPr>
            <a:r>
              <a:rPr lang="en-US" sz="2400" dirty="0">
                <a:latin typeface="Times New Roman"/>
                <a:ea typeface="Times New Roman"/>
                <a:cs typeface="Times New Roman"/>
                <a:sym typeface="Times New Roman"/>
              </a:rPr>
              <a:t>Objects of a class that implements Closeable can be closed.</a:t>
            </a:r>
            <a:endParaRPr dirty="0"/>
          </a:p>
          <a:p>
            <a:pPr marL="342900" lvl="0" indent="-342900" algn="l" rtl="0">
              <a:spcBef>
                <a:spcPts val="480"/>
              </a:spcBef>
              <a:spcAft>
                <a:spcPts val="0"/>
              </a:spcAft>
              <a:buClr>
                <a:schemeClr val="dk1"/>
              </a:buClr>
              <a:buSzPts val="2400"/>
              <a:buFont typeface="Noto Sans Symbols"/>
              <a:buChar char="✔"/>
            </a:pPr>
            <a:r>
              <a:rPr lang="en-US" sz="2400" dirty="0">
                <a:latin typeface="Times New Roman"/>
                <a:ea typeface="Times New Roman"/>
                <a:cs typeface="Times New Roman"/>
                <a:sym typeface="Times New Roman"/>
              </a:rPr>
              <a:t>It defines:</a:t>
            </a:r>
            <a:endParaRPr dirty="0"/>
          </a:p>
          <a:p>
            <a:pPr marL="342900" lvl="0" indent="-342900" algn="l" rtl="0">
              <a:spcBef>
                <a:spcPts val="480"/>
              </a:spcBef>
              <a:spcAft>
                <a:spcPts val="0"/>
              </a:spcAft>
              <a:buClr>
                <a:schemeClr val="dk1"/>
              </a:buClr>
              <a:buSzPts val="2400"/>
              <a:buFont typeface="Noto Sans Symbols"/>
              <a:buNone/>
            </a:pPr>
            <a:r>
              <a:rPr lang="en-US" sz="2400" dirty="0">
                <a:latin typeface="Times New Roman"/>
                <a:ea typeface="Times New Roman"/>
                <a:cs typeface="Times New Roman"/>
                <a:sym typeface="Times New Roman"/>
              </a:rPr>
              <a:t>	void close() throws </a:t>
            </a:r>
            <a:r>
              <a:rPr lang="en-US" sz="2400" dirty="0" err="1">
                <a:latin typeface="Times New Roman"/>
                <a:ea typeface="Times New Roman"/>
                <a:cs typeface="Times New Roman"/>
                <a:sym typeface="Times New Roman"/>
              </a:rPr>
              <a:t>IOException</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4"/>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14</a:t>
            </a:fld>
            <a:endParaRPr/>
          </a:p>
        </p:txBody>
      </p:sp>
      <p:sp>
        <p:nvSpPr>
          <p:cNvPr id="229" name="Google Shape;229;p14"/>
          <p:cNvSpPr txBox="1">
            <a:spLocks noGrp="1"/>
          </p:cNvSpPr>
          <p:nvPr>
            <p:ph type="title"/>
          </p:nvPr>
        </p:nvSpPr>
        <p:spPr>
          <a:xfrm>
            <a:off x="609600" y="152400"/>
            <a:ext cx="8229600" cy="762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Methods Defined by InputStream</a:t>
            </a:r>
            <a:endParaRPr/>
          </a:p>
        </p:txBody>
      </p:sp>
      <p:sp>
        <p:nvSpPr>
          <p:cNvPr id="230" name="Google Shape;230;p14"/>
          <p:cNvSpPr txBox="1">
            <a:spLocks noGrp="1"/>
          </p:cNvSpPr>
          <p:nvPr>
            <p:ph type="body" idx="1"/>
          </p:nvPr>
        </p:nvSpPr>
        <p:spPr>
          <a:xfrm>
            <a:off x="76200" y="1219200"/>
            <a:ext cx="9144000" cy="5638800"/>
          </a:xfrm>
          <a:prstGeom prst="rect">
            <a:avLst/>
          </a:prstGeom>
          <a:noFill/>
          <a:ln>
            <a:noFill/>
          </a:ln>
        </p:spPr>
        <p:txBody>
          <a:bodyPr spcFirstLastPara="1" wrap="square" lIns="91425" tIns="45700" rIns="91425" bIns="45700" anchor="t" anchorCtr="0">
            <a:noAutofit/>
          </a:bodyPr>
          <a:lstStyle/>
          <a:p>
            <a:pPr marL="609600" lvl="0" indent="-609600" algn="l" rtl="0">
              <a:spcBef>
                <a:spcPts val="0"/>
              </a:spcBef>
              <a:spcAft>
                <a:spcPts val="0"/>
              </a:spcAft>
              <a:buClr>
                <a:schemeClr val="dk1"/>
              </a:buClr>
              <a:buSzPts val="2000"/>
              <a:buFont typeface="Times New Roman"/>
              <a:buAutoNum type="arabicPeriod"/>
            </a:pPr>
            <a:r>
              <a:rPr lang="en-US" sz="2000">
                <a:latin typeface="Times New Roman"/>
                <a:ea typeface="Times New Roman"/>
                <a:cs typeface="Times New Roman"/>
                <a:sym typeface="Times New Roman"/>
              </a:rPr>
              <a:t>read() ------- Reads a byte from the input stream and return integer representation</a:t>
            </a:r>
            <a:endParaRPr/>
          </a:p>
          <a:p>
            <a:pPr marL="609600" lvl="0" indent="-609600" algn="l" rtl="0">
              <a:spcBef>
                <a:spcPts val="400"/>
              </a:spcBef>
              <a:spcAft>
                <a:spcPts val="0"/>
              </a:spcAft>
              <a:buClr>
                <a:schemeClr val="dk1"/>
              </a:buClr>
              <a:buSzPts val="2000"/>
              <a:buFont typeface="Times New Roman"/>
              <a:buAutoNum type="arabicPeriod"/>
            </a:pPr>
            <a:r>
              <a:rPr lang="en-US" sz="2000">
                <a:latin typeface="Times New Roman"/>
                <a:ea typeface="Times New Roman"/>
                <a:cs typeface="Times New Roman"/>
                <a:sym typeface="Times New Roman"/>
              </a:rPr>
              <a:t>read (byte b[])------Reads an array of bytes into b</a:t>
            </a:r>
            <a:endParaRPr/>
          </a:p>
          <a:p>
            <a:pPr marL="609600" lvl="0" indent="-609600" algn="l" rtl="0">
              <a:spcBef>
                <a:spcPts val="400"/>
              </a:spcBef>
              <a:spcAft>
                <a:spcPts val="0"/>
              </a:spcAft>
              <a:buClr>
                <a:schemeClr val="dk1"/>
              </a:buClr>
              <a:buSzPts val="2000"/>
              <a:buFont typeface="Times New Roman"/>
              <a:buAutoNum type="arabicPeriod"/>
            </a:pPr>
            <a:r>
              <a:rPr lang="en-US" sz="2000">
                <a:latin typeface="Times New Roman"/>
                <a:ea typeface="Times New Roman"/>
                <a:cs typeface="Times New Roman"/>
                <a:sym typeface="Times New Roman"/>
              </a:rPr>
              <a:t>read ( byte b[], int n, int m)---Reads m bytes into b starting from nth byte.</a:t>
            </a:r>
            <a:endParaRPr/>
          </a:p>
          <a:p>
            <a:pPr marL="609600" lvl="0" indent="-609600" algn="l" rtl="0">
              <a:spcBef>
                <a:spcPts val="400"/>
              </a:spcBef>
              <a:spcAft>
                <a:spcPts val="0"/>
              </a:spcAft>
              <a:buClr>
                <a:schemeClr val="dk1"/>
              </a:buClr>
              <a:buSzPts val="2000"/>
              <a:buFont typeface="Times New Roman"/>
              <a:buAutoNum type="arabicPeriod"/>
            </a:pPr>
            <a:r>
              <a:rPr lang="en-US" sz="2000">
                <a:latin typeface="Times New Roman"/>
                <a:ea typeface="Times New Roman"/>
                <a:cs typeface="Times New Roman"/>
                <a:sym typeface="Times New Roman"/>
              </a:rPr>
              <a:t>available()------ gives number of bytes available in the input </a:t>
            </a:r>
            <a:endParaRPr/>
          </a:p>
          <a:p>
            <a:pPr marL="609600" lvl="0" indent="-609600" algn="l" rtl="0">
              <a:spcBef>
                <a:spcPts val="400"/>
              </a:spcBef>
              <a:spcAft>
                <a:spcPts val="0"/>
              </a:spcAft>
              <a:buClr>
                <a:schemeClr val="dk1"/>
              </a:buClr>
              <a:buSzPts val="2000"/>
              <a:buFont typeface="Times New Roman"/>
              <a:buAutoNum type="arabicPeriod"/>
            </a:pPr>
            <a:r>
              <a:rPr lang="en-US" sz="2000">
                <a:latin typeface="Times New Roman"/>
                <a:ea typeface="Times New Roman"/>
                <a:cs typeface="Times New Roman"/>
                <a:sym typeface="Times New Roman"/>
              </a:rPr>
              <a:t>skip(long n)-------Skips over n bytes from the input stream.</a:t>
            </a:r>
            <a:endParaRPr/>
          </a:p>
          <a:p>
            <a:pPr marL="609600" lvl="0" indent="-609600" algn="l" rtl="0">
              <a:spcBef>
                <a:spcPts val="400"/>
              </a:spcBef>
              <a:spcAft>
                <a:spcPts val="0"/>
              </a:spcAft>
              <a:buClr>
                <a:schemeClr val="dk1"/>
              </a:buClr>
              <a:buSzPts val="2000"/>
              <a:buFont typeface="Times New Roman"/>
              <a:buAutoNum type="arabicPeriod"/>
            </a:pPr>
            <a:r>
              <a:rPr lang="en-US" sz="2000">
                <a:latin typeface="Times New Roman"/>
                <a:ea typeface="Times New Roman"/>
                <a:cs typeface="Times New Roman"/>
                <a:sym typeface="Times New Roman"/>
              </a:rPr>
              <a:t>mark(int m)--- places a mark at the current position in the input stream that will remain valid until m bytes are read. </a:t>
            </a:r>
            <a:endParaRPr/>
          </a:p>
          <a:p>
            <a:pPr marL="609600" lvl="0" indent="-609600" algn="l" rtl="0">
              <a:spcBef>
                <a:spcPts val="400"/>
              </a:spcBef>
              <a:spcAft>
                <a:spcPts val="0"/>
              </a:spcAft>
              <a:buClr>
                <a:schemeClr val="dk1"/>
              </a:buClr>
              <a:buSzPts val="2000"/>
              <a:buFont typeface="Times New Roman"/>
              <a:buAutoNum type="arabicPeriod"/>
            </a:pPr>
            <a:r>
              <a:rPr lang="en-US" sz="2000">
                <a:latin typeface="Times New Roman"/>
                <a:ea typeface="Times New Roman"/>
                <a:cs typeface="Times New Roman"/>
                <a:sym typeface="Times New Roman"/>
              </a:rPr>
              <a:t>reset()-----resets the input pointer to the previously set mark,</a:t>
            </a:r>
            <a:endParaRPr/>
          </a:p>
          <a:p>
            <a:pPr marL="609600" lvl="0" indent="-609600" algn="l" rtl="0">
              <a:spcBef>
                <a:spcPts val="400"/>
              </a:spcBef>
              <a:spcAft>
                <a:spcPts val="0"/>
              </a:spcAft>
              <a:buClr>
                <a:schemeClr val="dk1"/>
              </a:buClr>
              <a:buSzPts val="2000"/>
              <a:buFont typeface="Times New Roman"/>
              <a:buAutoNum type="arabicPeriod"/>
            </a:pPr>
            <a:r>
              <a:rPr lang="en-US" sz="2000">
                <a:latin typeface="Times New Roman"/>
                <a:ea typeface="Times New Roman"/>
                <a:cs typeface="Times New Roman"/>
                <a:sym typeface="Times New Roman"/>
              </a:rPr>
              <a:t>close()---- Closes the input stream.</a:t>
            </a:r>
            <a:endParaRPr/>
          </a:p>
          <a:p>
            <a:pPr marL="609600" lvl="0" indent="-609600" algn="l" rtl="0">
              <a:spcBef>
                <a:spcPts val="400"/>
              </a:spcBef>
              <a:spcAft>
                <a:spcPts val="0"/>
              </a:spcAft>
              <a:buClr>
                <a:schemeClr val="dk1"/>
              </a:buClr>
              <a:buSzPts val="2000"/>
              <a:buFont typeface="Arial"/>
              <a:buNone/>
            </a:pPr>
            <a:endParaRPr sz="2000">
              <a:latin typeface="Times New Roman"/>
              <a:ea typeface="Times New Roman"/>
              <a:cs typeface="Times New Roman"/>
              <a:sym typeface="Times New Roman"/>
            </a:endParaRPr>
          </a:p>
          <a:p>
            <a:pPr marL="609600" lvl="0" indent="-609600" algn="l" rtl="0">
              <a:spcBef>
                <a:spcPts val="400"/>
              </a:spcBef>
              <a:spcAft>
                <a:spcPts val="0"/>
              </a:spcAft>
              <a:buClr>
                <a:schemeClr val="dk1"/>
              </a:buClr>
              <a:buSzPts val="2000"/>
              <a:buFont typeface="Times New Roman"/>
              <a:buNone/>
            </a:pPr>
            <a:r>
              <a:rPr lang="en-US" sz="2000" u="sng">
                <a:latin typeface="Times New Roman"/>
                <a:ea typeface="Times New Roman"/>
                <a:cs typeface="Times New Roman"/>
                <a:sym typeface="Times New Roman"/>
              </a:rPr>
              <a:t>Note:</a:t>
            </a:r>
            <a:endParaRPr/>
          </a:p>
          <a:p>
            <a:pPr marL="609600" lvl="0" indent="-609600" algn="l" rtl="0">
              <a:spcBef>
                <a:spcPts val="400"/>
              </a:spcBef>
              <a:spcAft>
                <a:spcPts val="0"/>
              </a:spcAft>
              <a:buClr>
                <a:schemeClr val="dk1"/>
              </a:buClr>
              <a:buSzPts val="2000"/>
              <a:buFont typeface="Times New Roman"/>
              <a:buNone/>
            </a:pPr>
            <a:r>
              <a:rPr lang="en-US" sz="2000">
                <a:latin typeface="Times New Roman"/>
                <a:ea typeface="Times New Roman"/>
                <a:cs typeface="Times New Roman"/>
                <a:sym typeface="Times New Roman"/>
              </a:rPr>
              <a:t>All the methods except mark() and reset() methods are implemented by the subclasses of InputStream.</a:t>
            </a:r>
            <a:endParaRPr/>
          </a:p>
          <a:p>
            <a:pPr marL="609600" lvl="0" indent="-457200" algn="l" rtl="0">
              <a:spcBef>
                <a:spcPts val="480"/>
              </a:spcBef>
              <a:spcAft>
                <a:spcPts val="0"/>
              </a:spcAft>
              <a:buClr>
                <a:schemeClr val="dk1"/>
              </a:buClr>
              <a:buSzPts val="2400"/>
              <a:buFont typeface="Arial"/>
              <a:buNone/>
            </a:pPr>
            <a:endParaRPr sz="240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15"/>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15</a:t>
            </a:fld>
            <a:endParaRPr/>
          </a:p>
        </p:txBody>
      </p:sp>
      <p:sp>
        <p:nvSpPr>
          <p:cNvPr id="236" name="Google Shape;236;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Reader</a:t>
            </a:r>
            <a:endParaRPr/>
          </a:p>
        </p:txBody>
      </p:sp>
      <p:sp>
        <p:nvSpPr>
          <p:cNvPr id="237" name="Google Shape;237;p15"/>
          <p:cNvSpPr txBox="1">
            <a:spLocks noGrp="1"/>
          </p:cNvSpPr>
          <p:nvPr>
            <p:ph type="body" idx="1"/>
          </p:nvPr>
        </p:nvSpPr>
        <p:spPr>
          <a:xfrm>
            <a:off x="914400" y="1600200"/>
            <a:ext cx="7772400" cy="4876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Font typeface="Noto Sans Symbols"/>
              <a:buChar char="✔"/>
            </a:pPr>
            <a:r>
              <a:rPr lang="en-US" sz="2400" dirty="0">
                <a:latin typeface="Times New Roman"/>
                <a:ea typeface="Times New Roman"/>
                <a:cs typeface="Times New Roman"/>
                <a:sym typeface="Times New Roman"/>
              </a:rPr>
              <a:t>An abstract class.</a:t>
            </a:r>
            <a:endParaRPr dirty="0"/>
          </a:p>
          <a:p>
            <a:pPr marL="342900" lvl="0" indent="-342900" algn="l" rtl="0">
              <a:spcBef>
                <a:spcPts val="480"/>
              </a:spcBef>
              <a:spcAft>
                <a:spcPts val="0"/>
              </a:spcAft>
              <a:buClr>
                <a:schemeClr val="dk1"/>
              </a:buClr>
              <a:buSzPts val="2400"/>
              <a:buFont typeface="Noto Sans Symbols"/>
              <a:buChar char="✔"/>
            </a:pPr>
            <a:r>
              <a:rPr lang="en-US" sz="2400" dirty="0">
                <a:latin typeface="Times New Roman"/>
                <a:ea typeface="Times New Roman"/>
                <a:cs typeface="Times New Roman"/>
                <a:sym typeface="Times New Roman"/>
              </a:rPr>
              <a:t>Implements </a:t>
            </a:r>
            <a:r>
              <a:rPr lang="en-US" sz="2400" b="1" dirty="0">
                <a:latin typeface="Times New Roman"/>
                <a:ea typeface="Times New Roman"/>
                <a:cs typeface="Times New Roman"/>
                <a:sym typeface="Times New Roman"/>
              </a:rPr>
              <a:t>Closeable</a:t>
            </a:r>
            <a:r>
              <a:rPr lang="en-US" sz="2400" dirty="0">
                <a:latin typeface="Times New Roman"/>
                <a:ea typeface="Times New Roman"/>
                <a:cs typeface="Times New Roman"/>
                <a:sym typeface="Times New Roman"/>
              </a:rPr>
              <a:t> and </a:t>
            </a:r>
            <a:r>
              <a:rPr lang="en-US" sz="2400" b="1" dirty="0">
                <a:latin typeface="Times New Roman"/>
                <a:ea typeface="Times New Roman"/>
                <a:cs typeface="Times New Roman"/>
                <a:sym typeface="Times New Roman"/>
              </a:rPr>
              <a:t>Readable</a:t>
            </a:r>
            <a:r>
              <a:rPr lang="en-US" sz="2400" dirty="0">
                <a:latin typeface="Times New Roman"/>
                <a:ea typeface="Times New Roman"/>
                <a:cs typeface="Times New Roman"/>
                <a:sym typeface="Times New Roman"/>
              </a:rPr>
              <a:t> interface.</a:t>
            </a:r>
            <a:endParaRPr dirty="0"/>
          </a:p>
          <a:p>
            <a:pPr marL="342900" lvl="0" indent="-342900" algn="l" rtl="0">
              <a:spcBef>
                <a:spcPts val="480"/>
              </a:spcBef>
              <a:spcAft>
                <a:spcPts val="0"/>
              </a:spcAft>
              <a:buClr>
                <a:schemeClr val="dk1"/>
              </a:buClr>
              <a:buSzPts val="2400"/>
              <a:buFont typeface="Noto Sans Symbols"/>
              <a:buNone/>
            </a:pPr>
            <a:endParaRPr sz="2400" dirty="0">
              <a:latin typeface="Times New Roman"/>
              <a:ea typeface="Times New Roman"/>
              <a:cs typeface="Times New Roman"/>
              <a:sym typeface="Times New Roman"/>
            </a:endParaRPr>
          </a:p>
          <a:p>
            <a:pPr marL="342900" lvl="0" indent="-342900" algn="l" rtl="0">
              <a:spcBef>
                <a:spcPts val="480"/>
              </a:spcBef>
              <a:spcAft>
                <a:spcPts val="0"/>
              </a:spcAft>
              <a:buClr>
                <a:schemeClr val="dk1"/>
              </a:buClr>
              <a:buSzPts val="2400"/>
              <a:buFont typeface="Noto Sans Symbols"/>
              <a:buNone/>
            </a:pPr>
            <a:r>
              <a:rPr lang="en-US" sz="2400" b="1" u="sng" dirty="0">
                <a:latin typeface="Times New Roman"/>
                <a:ea typeface="Times New Roman"/>
                <a:cs typeface="Times New Roman"/>
                <a:sym typeface="Times New Roman"/>
              </a:rPr>
              <a:t>Readable Interface:</a:t>
            </a:r>
            <a:endParaRPr dirty="0"/>
          </a:p>
          <a:p>
            <a:pPr marL="342900" lvl="0" indent="-342900" algn="l" rtl="0">
              <a:spcBef>
                <a:spcPts val="480"/>
              </a:spcBef>
              <a:spcAft>
                <a:spcPts val="0"/>
              </a:spcAft>
              <a:buClr>
                <a:schemeClr val="dk1"/>
              </a:buClr>
              <a:buSzPts val="2400"/>
              <a:buFont typeface="Noto Sans Symbols"/>
              <a:buChar char="✔"/>
            </a:pPr>
            <a:r>
              <a:rPr lang="en-US" sz="2400" dirty="0">
                <a:latin typeface="Times New Roman"/>
                <a:ea typeface="Times New Roman"/>
                <a:cs typeface="Times New Roman"/>
                <a:sym typeface="Times New Roman"/>
              </a:rPr>
              <a:t>Indicates an object that can be used as a source for characters.</a:t>
            </a:r>
            <a:endParaRPr dirty="0"/>
          </a:p>
          <a:p>
            <a:pPr marL="342900" lvl="0" indent="-342900" algn="l" rtl="0">
              <a:spcBef>
                <a:spcPts val="480"/>
              </a:spcBef>
              <a:spcAft>
                <a:spcPts val="0"/>
              </a:spcAft>
              <a:buClr>
                <a:schemeClr val="dk1"/>
              </a:buClr>
              <a:buSzPts val="2400"/>
              <a:buFont typeface="Noto Sans Symbols"/>
              <a:buChar char="✔"/>
            </a:pPr>
            <a:r>
              <a:rPr lang="en-US" sz="2400" dirty="0">
                <a:latin typeface="Times New Roman"/>
                <a:ea typeface="Times New Roman"/>
                <a:cs typeface="Times New Roman"/>
                <a:sym typeface="Times New Roman"/>
              </a:rPr>
              <a:t>It defines:</a:t>
            </a:r>
            <a:endParaRPr dirty="0"/>
          </a:p>
          <a:p>
            <a:pPr marL="342900" lvl="0" indent="-342900" algn="l" rtl="0">
              <a:spcBef>
                <a:spcPts val="480"/>
              </a:spcBef>
              <a:spcAft>
                <a:spcPts val="0"/>
              </a:spcAft>
              <a:buClr>
                <a:schemeClr val="dk1"/>
              </a:buClr>
              <a:buSzPts val="2400"/>
              <a:buFont typeface="Noto Sans Symbols"/>
              <a:buNone/>
            </a:pPr>
            <a:r>
              <a:rPr lang="en-US" sz="2400" dirty="0">
                <a:latin typeface="Times New Roman"/>
                <a:ea typeface="Times New Roman"/>
                <a:cs typeface="Times New Roman"/>
                <a:sym typeface="Times New Roman"/>
              </a:rPr>
              <a:t>	int read(</a:t>
            </a:r>
            <a:r>
              <a:rPr lang="en-US" sz="2400" dirty="0" err="1">
                <a:latin typeface="Times New Roman"/>
                <a:ea typeface="Times New Roman"/>
                <a:cs typeface="Times New Roman"/>
                <a:sym typeface="Times New Roman"/>
              </a:rPr>
              <a:t>charBuffer</a:t>
            </a:r>
            <a:r>
              <a:rPr lang="en-US" sz="2400" dirty="0">
                <a:latin typeface="Times New Roman"/>
                <a:ea typeface="Times New Roman"/>
                <a:cs typeface="Times New Roman"/>
                <a:sym typeface="Times New Roman"/>
              </a:rPr>
              <a:t> </a:t>
            </a:r>
            <a:r>
              <a:rPr lang="en-US" sz="2400" i="1" dirty="0" err="1">
                <a:latin typeface="Times New Roman"/>
                <a:ea typeface="Times New Roman"/>
                <a:cs typeface="Times New Roman"/>
                <a:sym typeface="Times New Roman"/>
              </a:rPr>
              <a:t>buf</a:t>
            </a:r>
            <a:r>
              <a:rPr lang="en-US" sz="2400" dirty="0">
                <a:latin typeface="Times New Roman"/>
                <a:ea typeface="Times New Roman"/>
                <a:cs typeface="Times New Roman"/>
                <a:sym typeface="Times New Roman"/>
              </a:rPr>
              <a:t>)</a:t>
            </a:r>
            <a:endParaRPr dirty="0"/>
          </a:p>
          <a:p>
            <a:pPr marL="342900" lvl="0" indent="-342900" algn="l" rtl="0">
              <a:spcBef>
                <a:spcPts val="480"/>
              </a:spcBef>
              <a:spcAft>
                <a:spcPts val="0"/>
              </a:spcAft>
              <a:buClr>
                <a:schemeClr val="dk1"/>
              </a:buClr>
              <a:buSzPts val="2400"/>
              <a:buFont typeface="Noto Sans Symbols"/>
              <a:buNone/>
            </a:pPr>
            <a:r>
              <a:rPr lang="en-US" sz="2400" dirty="0">
                <a:latin typeface="Times New Roman"/>
                <a:ea typeface="Times New Roman"/>
                <a:cs typeface="Times New Roman"/>
                <a:sym typeface="Times New Roman"/>
              </a:rPr>
              <a:t>	reads characters into </a:t>
            </a:r>
            <a:r>
              <a:rPr lang="en-US" sz="2400" dirty="0" err="1">
                <a:latin typeface="Times New Roman"/>
                <a:ea typeface="Times New Roman"/>
                <a:cs typeface="Times New Roman"/>
                <a:sym typeface="Times New Roman"/>
              </a:rPr>
              <a:t>buf</a:t>
            </a:r>
            <a:r>
              <a:rPr lang="en-US" sz="2400" dirty="0">
                <a:latin typeface="Times New Roman"/>
                <a:ea typeface="Times New Roman"/>
                <a:cs typeface="Times New Roman"/>
                <a:sym typeface="Times New Roman"/>
              </a:rPr>
              <a:t>. It returns the number of characters read or -1 if an EOF is encountered.</a:t>
            </a:r>
            <a:endParaRPr dirty="0"/>
          </a:p>
          <a:p>
            <a:pPr marL="342900" lvl="0" indent="-190500" algn="l" rtl="0">
              <a:spcBef>
                <a:spcPts val="480"/>
              </a:spcBef>
              <a:spcAft>
                <a:spcPts val="0"/>
              </a:spcAft>
              <a:buClr>
                <a:schemeClr val="dk1"/>
              </a:buClr>
              <a:buSzPts val="2400"/>
              <a:buFont typeface="Noto Sans Symbols"/>
              <a:buNone/>
            </a:pPr>
            <a:endParaRPr sz="2400" dirty="0">
              <a:latin typeface="Times New Roman"/>
              <a:ea typeface="Times New Roman"/>
              <a:cs typeface="Times New Roman"/>
              <a:sym typeface="Times New Roman"/>
            </a:endParaRPr>
          </a:p>
        </p:txBody>
      </p:sp>
      <p:cxnSp>
        <p:nvCxnSpPr>
          <p:cNvPr id="238" name="Google Shape;238;p15"/>
          <p:cNvCxnSpPr/>
          <p:nvPr/>
        </p:nvCxnSpPr>
        <p:spPr>
          <a:xfrm>
            <a:off x="3200400" y="4572000"/>
            <a:ext cx="0" cy="152400"/>
          </a:xfrm>
          <a:prstGeom prst="straightConnector1">
            <a:avLst/>
          </a:prstGeom>
          <a:noFill/>
          <a:ln w="9525" cap="flat" cmpd="sng">
            <a:solidFill>
              <a:schemeClr val="dk1"/>
            </a:solidFill>
            <a:prstDash val="solid"/>
            <a:round/>
            <a:headEnd type="none" w="med" len="med"/>
            <a:tailEnd type="triangle" w="med" len="med"/>
          </a:ln>
        </p:spPr>
      </p:cxnSp>
      <p:cxnSp>
        <p:nvCxnSpPr>
          <p:cNvPr id="239" name="Google Shape;239;p15"/>
          <p:cNvCxnSpPr/>
          <p:nvPr/>
        </p:nvCxnSpPr>
        <p:spPr>
          <a:xfrm>
            <a:off x="3200400" y="4572000"/>
            <a:ext cx="1981200" cy="0"/>
          </a:xfrm>
          <a:prstGeom prst="straightConnector1">
            <a:avLst/>
          </a:prstGeom>
          <a:noFill/>
          <a:ln w="9525" cap="flat" cmpd="sng">
            <a:solidFill>
              <a:schemeClr val="dk1"/>
            </a:solidFill>
            <a:prstDash val="solid"/>
            <a:round/>
            <a:headEnd type="none" w="med" len="med"/>
            <a:tailEnd type="none" w="med" len="med"/>
          </a:ln>
        </p:spPr>
      </p:cxnSp>
      <p:sp>
        <p:nvSpPr>
          <p:cNvPr id="240" name="Google Shape;240;p15"/>
          <p:cNvSpPr txBox="1"/>
          <p:nvPr/>
        </p:nvSpPr>
        <p:spPr>
          <a:xfrm>
            <a:off x="5410200" y="4343400"/>
            <a:ext cx="34290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Belongs to java.nio</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16"/>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16</a:t>
            </a:fld>
            <a:endParaRPr/>
          </a:p>
        </p:txBody>
      </p:sp>
      <p:sp>
        <p:nvSpPr>
          <p:cNvPr id="246" name="Google Shape;246;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Reader (Character Stream)</a:t>
            </a:r>
            <a:endParaRPr/>
          </a:p>
        </p:txBody>
      </p:sp>
      <p:pic>
        <p:nvPicPr>
          <p:cNvPr id="247" name="Google Shape;247;p16" descr="readerHierarchy"/>
          <p:cNvPicPr preferRelativeResize="0">
            <a:picLocks noGrp="1"/>
          </p:cNvPicPr>
          <p:nvPr>
            <p:ph type="body" idx="1"/>
          </p:nvPr>
        </p:nvPicPr>
        <p:blipFill rotWithShape="1">
          <a:blip r:embed="rId3">
            <a:alphaModFix/>
          </a:blip>
          <a:srcRect/>
          <a:stretch/>
        </p:blipFill>
        <p:spPr>
          <a:xfrm>
            <a:off x="698500" y="1960563"/>
            <a:ext cx="7177088" cy="41338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7"/>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17</a:t>
            </a:fld>
            <a:endParaRPr/>
          </a:p>
        </p:txBody>
      </p:sp>
      <p:sp>
        <p:nvSpPr>
          <p:cNvPr id="253" name="Google Shape;253;p17"/>
          <p:cNvSpPr txBox="1">
            <a:spLocks noGrp="1"/>
          </p:cNvSpPr>
          <p:nvPr>
            <p:ph type="title"/>
          </p:nvPr>
        </p:nvSpPr>
        <p:spPr>
          <a:xfrm>
            <a:off x="0" y="152400"/>
            <a:ext cx="8458200" cy="6096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4000">
                <a:latin typeface="Times New Roman"/>
                <a:ea typeface="Times New Roman"/>
                <a:cs typeface="Times New Roman"/>
                <a:sym typeface="Times New Roman"/>
              </a:rPr>
              <a:t>Methods Defined by Reader</a:t>
            </a:r>
            <a:endParaRPr/>
          </a:p>
        </p:txBody>
      </p:sp>
      <p:sp>
        <p:nvSpPr>
          <p:cNvPr id="254" name="Google Shape;254;p17"/>
          <p:cNvSpPr txBox="1">
            <a:spLocks noGrp="1"/>
          </p:cNvSpPr>
          <p:nvPr>
            <p:ph type="body" idx="1"/>
          </p:nvPr>
        </p:nvSpPr>
        <p:spPr>
          <a:xfrm>
            <a:off x="76200" y="990600"/>
            <a:ext cx="9144000" cy="5638800"/>
          </a:xfrm>
          <a:prstGeom prst="rect">
            <a:avLst/>
          </a:prstGeom>
          <a:noFill/>
          <a:ln>
            <a:noFill/>
          </a:ln>
        </p:spPr>
        <p:txBody>
          <a:bodyPr spcFirstLastPara="1" wrap="square" lIns="91425" tIns="45700" rIns="91425" bIns="45700" anchor="t" anchorCtr="0">
            <a:noAutofit/>
          </a:bodyPr>
          <a:lstStyle/>
          <a:p>
            <a:pPr marL="609600" lvl="0" indent="-609600" algn="l" rtl="0">
              <a:spcBef>
                <a:spcPts val="0"/>
              </a:spcBef>
              <a:spcAft>
                <a:spcPts val="0"/>
              </a:spcAft>
              <a:buClr>
                <a:schemeClr val="dk1"/>
              </a:buClr>
              <a:buSzPts val="2400"/>
              <a:buFont typeface="Times New Roman"/>
              <a:buAutoNum type="arabicPeriod"/>
            </a:pPr>
            <a:r>
              <a:rPr lang="en-US" sz="2400">
                <a:latin typeface="Times New Roman"/>
                <a:ea typeface="Times New Roman"/>
                <a:cs typeface="Times New Roman"/>
                <a:sym typeface="Times New Roman"/>
              </a:rPr>
              <a:t>read() ------- Reads a character from the stream and return integer representation</a:t>
            </a:r>
            <a:endParaRPr/>
          </a:p>
          <a:p>
            <a:pPr marL="609600" lvl="0" indent="-609600" algn="l" rtl="0">
              <a:spcBef>
                <a:spcPts val="480"/>
              </a:spcBef>
              <a:spcAft>
                <a:spcPts val="0"/>
              </a:spcAft>
              <a:buClr>
                <a:schemeClr val="dk1"/>
              </a:buClr>
              <a:buSzPts val="2400"/>
              <a:buFont typeface="Times New Roman"/>
              <a:buAutoNum type="arabicPeriod"/>
            </a:pPr>
            <a:r>
              <a:rPr lang="en-US" sz="2400">
                <a:latin typeface="Times New Roman"/>
                <a:ea typeface="Times New Roman"/>
                <a:cs typeface="Times New Roman"/>
                <a:sym typeface="Times New Roman"/>
              </a:rPr>
              <a:t>read (char b[])------Reads an array of characters into b</a:t>
            </a:r>
            <a:endParaRPr/>
          </a:p>
          <a:p>
            <a:pPr marL="609600" lvl="0" indent="-609600" algn="l" rtl="0">
              <a:spcBef>
                <a:spcPts val="480"/>
              </a:spcBef>
              <a:spcAft>
                <a:spcPts val="0"/>
              </a:spcAft>
              <a:buClr>
                <a:schemeClr val="dk1"/>
              </a:buClr>
              <a:buSzPts val="2400"/>
              <a:buFont typeface="Times New Roman"/>
              <a:buAutoNum type="arabicPeriod"/>
            </a:pPr>
            <a:r>
              <a:rPr lang="en-US" sz="2400">
                <a:latin typeface="Times New Roman"/>
                <a:ea typeface="Times New Roman"/>
                <a:cs typeface="Times New Roman"/>
                <a:sym typeface="Times New Roman"/>
              </a:rPr>
              <a:t>read ( char b[], int n, int m)---Reads m characters into b starting from nth position.</a:t>
            </a:r>
            <a:endParaRPr/>
          </a:p>
          <a:p>
            <a:pPr marL="609600" lvl="0" indent="-609600" algn="l" rtl="0">
              <a:spcBef>
                <a:spcPts val="480"/>
              </a:spcBef>
              <a:spcAft>
                <a:spcPts val="0"/>
              </a:spcAft>
              <a:buClr>
                <a:schemeClr val="dk1"/>
              </a:buClr>
              <a:buSzPts val="2400"/>
              <a:buFont typeface="Times New Roman"/>
              <a:buAutoNum type="arabicPeriod"/>
            </a:pPr>
            <a:r>
              <a:rPr lang="en-US" sz="2400">
                <a:latin typeface="Times New Roman"/>
                <a:ea typeface="Times New Roman"/>
                <a:cs typeface="Times New Roman"/>
                <a:sym typeface="Times New Roman"/>
              </a:rPr>
              <a:t>skip(long n)-------Skips over n characters from the input stream.</a:t>
            </a:r>
            <a:endParaRPr/>
          </a:p>
          <a:p>
            <a:pPr marL="609600" lvl="0" indent="-609600" algn="l" rtl="0">
              <a:spcBef>
                <a:spcPts val="480"/>
              </a:spcBef>
              <a:spcAft>
                <a:spcPts val="0"/>
              </a:spcAft>
              <a:buClr>
                <a:schemeClr val="dk1"/>
              </a:buClr>
              <a:buSzPts val="2400"/>
              <a:buFont typeface="Times New Roman"/>
              <a:buAutoNum type="arabicPeriod"/>
            </a:pPr>
            <a:r>
              <a:rPr lang="en-US" sz="2400">
                <a:latin typeface="Times New Roman"/>
                <a:ea typeface="Times New Roman"/>
                <a:cs typeface="Times New Roman"/>
                <a:sym typeface="Times New Roman"/>
              </a:rPr>
              <a:t>mark(int m)--- places a mark at the current position in the input stream that will remain valid until m characters are read. </a:t>
            </a:r>
            <a:endParaRPr/>
          </a:p>
          <a:p>
            <a:pPr marL="609600" lvl="0" indent="-609600" algn="l" rtl="0">
              <a:spcBef>
                <a:spcPts val="480"/>
              </a:spcBef>
              <a:spcAft>
                <a:spcPts val="0"/>
              </a:spcAft>
              <a:buClr>
                <a:schemeClr val="dk1"/>
              </a:buClr>
              <a:buSzPts val="2400"/>
              <a:buFont typeface="Times New Roman"/>
              <a:buAutoNum type="arabicPeriod"/>
            </a:pPr>
            <a:r>
              <a:rPr lang="en-US" sz="2400">
                <a:latin typeface="Times New Roman"/>
                <a:ea typeface="Times New Roman"/>
                <a:cs typeface="Times New Roman"/>
                <a:sym typeface="Times New Roman"/>
              </a:rPr>
              <a:t>reset()-----resets the input pointer to the previously set mark,</a:t>
            </a:r>
            <a:endParaRPr/>
          </a:p>
          <a:p>
            <a:pPr marL="609600" lvl="0" indent="-609600" algn="l" rtl="0">
              <a:spcBef>
                <a:spcPts val="480"/>
              </a:spcBef>
              <a:spcAft>
                <a:spcPts val="0"/>
              </a:spcAft>
              <a:buClr>
                <a:schemeClr val="dk1"/>
              </a:buClr>
              <a:buSzPts val="2400"/>
              <a:buFont typeface="Times New Roman"/>
              <a:buAutoNum type="arabicPeriod"/>
            </a:pPr>
            <a:r>
              <a:rPr lang="en-US" sz="2400">
                <a:latin typeface="Times New Roman"/>
                <a:ea typeface="Times New Roman"/>
                <a:cs typeface="Times New Roman"/>
                <a:sym typeface="Times New Roman"/>
              </a:rPr>
              <a:t>close()---- Closes the input stream.</a:t>
            </a:r>
            <a:endParaRPr/>
          </a:p>
          <a:p>
            <a:pPr marL="609600" lvl="0" indent="-609600" algn="l" rtl="0">
              <a:spcBef>
                <a:spcPts val="480"/>
              </a:spcBef>
              <a:spcAft>
                <a:spcPts val="0"/>
              </a:spcAft>
              <a:buClr>
                <a:schemeClr val="dk1"/>
              </a:buClr>
              <a:buSzPts val="2400"/>
              <a:buFont typeface="Times New Roman"/>
              <a:buNone/>
            </a:pPr>
            <a:r>
              <a:rPr lang="en-US" sz="2400" u="sng">
                <a:latin typeface="Times New Roman"/>
                <a:ea typeface="Times New Roman"/>
                <a:cs typeface="Times New Roman"/>
                <a:sym typeface="Times New Roman"/>
              </a:rPr>
              <a:t>Note:</a:t>
            </a:r>
            <a:endParaRPr/>
          </a:p>
          <a:p>
            <a:pPr marL="609600" lvl="0" indent="-609600" algn="l" rtl="0">
              <a:spcBef>
                <a:spcPts val="480"/>
              </a:spcBef>
              <a:spcAft>
                <a:spcPts val="0"/>
              </a:spcAft>
              <a:buClr>
                <a:schemeClr val="dk1"/>
              </a:buClr>
              <a:buSzPts val="2400"/>
              <a:buFont typeface="Times New Roman"/>
              <a:buNone/>
            </a:pPr>
            <a:r>
              <a:rPr lang="en-US" sz="2400">
                <a:latin typeface="Times New Roman"/>
                <a:ea typeface="Times New Roman"/>
                <a:cs typeface="Times New Roman"/>
                <a:sym typeface="Times New Roman"/>
              </a:rPr>
              <a:t>All the methods throw IOException on error condition.</a:t>
            </a:r>
            <a:endParaRPr/>
          </a:p>
          <a:p>
            <a:pPr marL="609600" lvl="0" indent="-457200" algn="l" rtl="0">
              <a:spcBef>
                <a:spcPts val="480"/>
              </a:spcBef>
              <a:spcAft>
                <a:spcPts val="0"/>
              </a:spcAft>
              <a:buClr>
                <a:schemeClr val="dk1"/>
              </a:buClr>
              <a:buSzPts val="2400"/>
              <a:buFont typeface="Arial"/>
              <a:buNone/>
            </a:pPr>
            <a:endParaRPr sz="2400">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18"/>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18</a:t>
            </a:fld>
            <a:endParaRPr/>
          </a:p>
        </p:txBody>
      </p:sp>
      <p:sp>
        <p:nvSpPr>
          <p:cNvPr id="261" name="Google Shape;261;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InputStreamReader</a:t>
            </a:r>
            <a:endParaRPr/>
          </a:p>
        </p:txBody>
      </p:sp>
      <p:sp>
        <p:nvSpPr>
          <p:cNvPr id="262" name="Google Shape;262;p18"/>
          <p:cNvSpPr txBox="1">
            <a:spLocks noGrp="1"/>
          </p:cNvSpPr>
          <p:nvPr>
            <p:ph type="body" idx="4294967295"/>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80000"/>
              </a:lnSpc>
              <a:spcBef>
                <a:spcPts val="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Super class: </a:t>
            </a:r>
            <a:r>
              <a:rPr lang="en-US" sz="2800">
                <a:solidFill>
                  <a:srgbClr val="990000"/>
                </a:solidFill>
                <a:latin typeface="Times New Roman"/>
                <a:ea typeface="Times New Roman"/>
                <a:cs typeface="Times New Roman"/>
                <a:sym typeface="Times New Roman"/>
              </a:rPr>
              <a:t>Reader</a:t>
            </a:r>
            <a:endParaRPr/>
          </a:p>
          <a:p>
            <a:pPr marL="342900" lvl="0" indent="-342900" algn="l" rtl="0">
              <a:lnSpc>
                <a:spcPct val="80000"/>
              </a:lnSpc>
              <a:spcBef>
                <a:spcPts val="56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Connects to an underlying InputStream</a:t>
            </a:r>
            <a:endParaRPr/>
          </a:p>
          <a:p>
            <a:pPr marL="342900" lvl="0" indent="-342900" algn="l" rtl="0">
              <a:lnSpc>
                <a:spcPct val="80000"/>
              </a:lnSpc>
              <a:spcBef>
                <a:spcPts val="56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Translates bytes from InputStream into characters</a:t>
            </a:r>
            <a:endParaRPr/>
          </a:p>
          <a:p>
            <a:pPr marL="342900" lvl="0" indent="-342900" algn="l" rtl="0">
              <a:lnSpc>
                <a:spcPct val="80000"/>
              </a:lnSpc>
              <a:spcBef>
                <a:spcPts val="56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It reads bytes and decodes them into characters.</a:t>
            </a:r>
            <a:endParaRPr sz="2800">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19"/>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19</a:t>
            </a:fld>
            <a:endParaRPr/>
          </a:p>
        </p:txBody>
      </p:sp>
      <p:sp>
        <p:nvSpPr>
          <p:cNvPr id="269" name="Google Shape;269;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BufferedReader</a:t>
            </a:r>
            <a:endParaRPr/>
          </a:p>
        </p:txBody>
      </p:sp>
      <p:sp>
        <p:nvSpPr>
          <p:cNvPr id="270" name="Google Shape;270;p19"/>
          <p:cNvSpPr txBox="1">
            <a:spLocks noGrp="1"/>
          </p:cNvSpPr>
          <p:nvPr>
            <p:ph type="body" idx="4294967295"/>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Super class: </a:t>
            </a:r>
            <a:r>
              <a:rPr lang="en-US" sz="2800">
                <a:solidFill>
                  <a:srgbClr val="990000"/>
                </a:solidFill>
                <a:latin typeface="Times New Roman"/>
                <a:ea typeface="Times New Roman"/>
                <a:cs typeface="Times New Roman"/>
                <a:sym typeface="Times New Roman"/>
              </a:rPr>
              <a:t>Reader</a:t>
            </a:r>
            <a:endParaRPr sz="2800">
              <a:latin typeface="Times New Roman"/>
              <a:ea typeface="Times New Roman"/>
              <a:cs typeface="Times New Roman"/>
              <a:sym typeface="Times New Roman"/>
            </a:endParaRPr>
          </a:p>
          <a:p>
            <a:pPr marL="342900" lvl="0" indent="-342900" algn="l" rtl="0">
              <a:lnSpc>
                <a:spcPct val="90000"/>
              </a:lnSpc>
              <a:spcBef>
                <a:spcPts val="56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Connects to an underlying reader (often an InputStreamReader or FileReader)</a:t>
            </a:r>
            <a:endParaRPr/>
          </a:p>
          <a:p>
            <a:pPr marL="342900" lvl="0" indent="-342900" algn="l" rtl="0">
              <a:lnSpc>
                <a:spcPct val="90000"/>
              </a:lnSpc>
              <a:spcBef>
                <a:spcPts val="56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Associates memory space with a stream(input or output)</a:t>
            </a:r>
            <a:endParaRPr/>
          </a:p>
          <a:p>
            <a:pPr marL="342900" lvl="0" indent="-342900" algn="l" rtl="0">
              <a:lnSpc>
                <a:spcPct val="90000"/>
              </a:lnSpc>
              <a:spcBef>
                <a:spcPts val="56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It implements mark() and reset(). </a:t>
            </a:r>
            <a:endParaRPr/>
          </a:p>
          <a:p>
            <a:pPr marL="342900" lvl="0" indent="-342900" algn="l" rtl="0">
              <a:lnSpc>
                <a:spcPct val="90000"/>
              </a:lnSpc>
              <a:spcBef>
                <a:spcPts val="56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Speed up the I/O operation.</a:t>
            </a:r>
            <a:endParaRPr sz="2800">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0"/>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20</a:t>
            </a:fld>
            <a:endParaRPr/>
          </a:p>
        </p:txBody>
      </p:sp>
      <p:sp>
        <p:nvSpPr>
          <p:cNvPr id="276" name="Google Shape;276;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Reading Console Input</a:t>
            </a:r>
            <a:endParaRPr/>
          </a:p>
        </p:txBody>
      </p:sp>
      <p:sp>
        <p:nvSpPr>
          <p:cNvPr id="277" name="Google Shape;277;p20"/>
          <p:cNvSpPr txBox="1">
            <a:spLocks noGrp="1"/>
          </p:cNvSpPr>
          <p:nvPr>
            <p:ph type="body" idx="1"/>
          </p:nvPr>
        </p:nvSpPr>
        <p:spPr>
          <a:xfrm>
            <a:off x="0" y="1031875"/>
            <a:ext cx="9144000"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0000CC"/>
              </a:buClr>
              <a:buSzPts val="2000"/>
              <a:buFont typeface="Courier New"/>
              <a:buNone/>
            </a:pPr>
            <a:r>
              <a:rPr lang="en-US" sz="2000" b="1">
                <a:solidFill>
                  <a:srgbClr val="0000CC"/>
                </a:solidFill>
                <a:latin typeface="Courier New"/>
                <a:ea typeface="Courier New"/>
                <a:cs typeface="Courier New"/>
                <a:sym typeface="Courier New"/>
              </a:rPr>
              <a:t>BufferedReader in = </a:t>
            </a:r>
            <a:endParaRPr/>
          </a:p>
          <a:p>
            <a:pPr marL="342900" lvl="0" indent="-342900" algn="l" rtl="0">
              <a:spcBef>
                <a:spcPts val="1000"/>
              </a:spcBef>
              <a:spcAft>
                <a:spcPts val="0"/>
              </a:spcAft>
              <a:buClr>
                <a:srgbClr val="0000CC"/>
              </a:buClr>
              <a:buSzPts val="2000"/>
              <a:buFont typeface="Courier New"/>
              <a:buNone/>
            </a:pPr>
            <a:r>
              <a:rPr lang="en-US" sz="2000" b="1">
                <a:solidFill>
                  <a:srgbClr val="0000CC"/>
                </a:solidFill>
                <a:latin typeface="Courier New"/>
                <a:ea typeface="Courier New"/>
                <a:cs typeface="Courier New"/>
                <a:sym typeface="Courier New"/>
              </a:rPr>
              <a:t>    new BufferedReader(new InputStreamReader(System.in));</a:t>
            </a:r>
            <a:endParaRPr sz="2000" b="1">
              <a:latin typeface="Courier New"/>
              <a:ea typeface="Courier New"/>
              <a:cs typeface="Courier New"/>
              <a:sym typeface="Courier New"/>
            </a:endParaRPr>
          </a:p>
          <a:p>
            <a:pPr marL="342900" lvl="0" indent="-342900" algn="l" rtl="0">
              <a:spcBef>
                <a:spcPts val="100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InputStreamReader(InputStream in); </a:t>
            </a:r>
            <a:endParaRPr/>
          </a:p>
          <a:p>
            <a:pPr marL="342900" lvl="0" indent="-342900" algn="l" rtl="0">
              <a:spcBef>
                <a:spcPts val="1000"/>
              </a:spcBef>
              <a:spcAft>
                <a:spcPts val="0"/>
              </a:spcAft>
              <a:buClr>
                <a:schemeClr val="dk1"/>
              </a:buClr>
              <a:buSzPts val="2800"/>
              <a:buFont typeface="Noto Sans Symbols"/>
              <a:buNone/>
            </a:pPr>
            <a:r>
              <a:rPr lang="en-US" sz="2800">
                <a:latin typeface="Times New Roman"/>
                <a:ea typeface="Times New Roman"/>
                <a:cs typeface="Times New Roman"/>
                <a:sym typeface="Times New Roman"/>
              </a:rPr>
              <a:t>	InputStreamReader converts the byte input stream to a character input stream.</a:t>
            </a:r>
            <a:endParaRPr/>
          </a:p>
          <a:p>
            <a:pPr marL="342900" lvl="0" indent="-342900" algn="l" rtl="0">
              <a:spcBef>
                <a:spcPts val="100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BufferedReader supports a buffered stream.    </a:t>
            </a:r>
            <a:endParaRPr/>
          </a:p>
          <a:p>
            <a:pPr marL="342900" lvl="0" indent="-342900" algn="l" rtl="0">
              <a:spcBef>
                <a:spcPts val="1000"/>
              </a:spcBef>
              <a:spcAft>
                <a:spcPts val="0"/>
              </a:spcAft>
              <a:buClr>
                <a:schemeClr val="dk1"/>
              </a:buClr>
              <a:buSzPts val="2800"/>
              <a:buFont typeface="Noto Sans Symbols"/>
              <a:buNone/>
            </a:pPr>
            <a:r>
              <a:rPr lang="en-US" sz="2800">
                <a:latin typeface="Times New Roman"/>
                <a:ea typeface="Times New Roman"/>
                <a:cs typeface="Times New Roman"/>
                <a:sym typeface="Times New Roman"/>
              </a:rPr>
              <a:t>    BufferedReader(Reader in)</a:t>
            </a:r>
            <a:endParaRPr/>
          </a:p>
          <a:p>
            <a:pPr marL="342900" lvl="0" indent="-342900" algn="l" rtl="0">
              <a:spcBef>
                <a:spcPts val="1060"/>
              </a:spcBef>
              <a:spcAft>
                <a:spcPts val="0"/>
              </a:spcAft>
              <a:buClr>
                <a:schemeClr val="dk1"/>
              </a:buClr>
              <a:buSzPts val="2800"/>
              <a:buFont typeface="Arial"/>
              <a:buNone/>
            </a:pPr>
            <a:endParaRPr sz="2800"/>
          </a:p>
        </p:txBody>
      </p:sp>
      <p:sp>
        <p:nvSpPr>
          <p:cNvPr id="278" name="Google Shape;278;p20"/>
          <p:cNvSpPr/>
          <p:nvPr/>
        </p:nvSpPr>
        <p:spPr>
          <a:xfrm>
            <a:off x="5257800" y="4191000"/>
            <a:ext cx="2819400" cy="5334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Times New Roman"/>
                <a:ea typeface="Times New Roman"/>
                <a:cs typeface="Times New Roman"/>
                <a:sym typeface="Times New Roman"/>
              </a:rPr>
              <a:t>Reader</a:t>
            </a:r>
            <a:endParaRPr/>
          </a:p>
        </p:txBody>
      </p:sp>
      <p:sp>
        <p:nvSpPr>
          <p:cNvPr id="279" name="Google Shape;279;p20"/>
          <p:cNvSpPr/>
          <p:nvPr/>
        </p:nvSpPr>
        <p:spPr>
          <a:xfrm>
            <a:off x="5257800" y="5410200"/>
            <a:ext cx="2895600" cy="6096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Times New Roman"/>
                <a:ea typeface="Times New Roman"/>
                <a:cs typeface="Times New Roman"/>
                <a:sym typeface="Times New Roman"/>
              </a:rPr>
              <a:t>InputStreamReader</a:t>
            </a:r>
            <a:endParaRPr/>
          </a:p>
        </p:txBody>
      </p:sp>
      <p:cxnSp>
        <p:nvCxnSpPr>
          <p:cNvPr id="280" name="Google Shape;280;p20"/>
          <p:cNvCxnSpPr/>
          <p:nvPr/>
        </p:nvCxnSpPr>
        <p:spPr>
          <a:xfrm>
            <a:off x="6629400" y="4724400"/>
            <a:ext cx="0" cy="609600"/>
          </a:xfrm>
          <a:prstGeom prst="straightConnector1">
            <a:avLst/>
          </a:prstGeom>
          <a:noFill/>
          <a:ln w="9525" cap="flat" cmpd="sng">
            <a:solidFill>
              <a:schemeClr val="dk1"/>
            </a:solidFill>
            <a:prstDash val="solid"/>
            <a:round/>
            <a:headEnd type="none" w="med" len="med"/>
            <a:tailEnd type="triangle" w="med" len="med"/>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21"/>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21</a:t>
            </a:fld>
            <a:endParaRPr/>
          </a:p>
        </p:txBody>
      </p:sp>
      <p:sp>
        <p:nvSpPr>
          <p:cNvPr id="287" name="Google Shape;287;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InputStreamReader</a:t>
            </a:r>
            <a:endParaRPr/>
          </a:p>
        </p:txBody>
      </p:sp>
      <p:pic>
        <p:nvPicPr>
          <p:cNvPr id="288" name="Google Shape;288;p21" descr="connectedStreams"/>
          <p:cNvPicPr preferRelativeResize="0">
            <a:picLocks noGrp="1"/>
          </p:cNvPicPr>
          <p:nvPr>
            <p:ph type="body" idx="1"/>
          </p:nvPr>
        </p:nvPicPr>
        <p:blipFill rotWithShape="1">
          <a:blip r:embed="rId3">
            <a:alphaModFix/>
          </a:blip>
          <a:srcRect/>
          <a:stretch/>
        </p:blipFill>
        <p:spPr>
          <a:xfrm>
            <a:off x="619125" y="2125663"/>
            <a:ext cx="7905750" cy="931862"/>
          </a:xfrm>
          <a:prstGeom prst="rect">
            <a:avLst/>
          </a:prstGeom>
          <a:noFill/>
          <a:ln>
            <a:noFill/>
          </a:ln>
        </p:spPr>
      </p:pic>
      <p:sp>
        <p:nvSpPr>
          <p:cNvPr id="289" name="Google Shape;289;p21"/>
          <p:cNvSpPr txBox="1"/>
          <p:nvPr/>
        </p:nvSpPr>
        <p:spPr>
          <a:xfrm>
            <a:off x="762000" y="3733800"/>
            <a:ext cx="7772400" cy="606425"/>
          </a:xfrm>
          <a:prstGeom prst="rect">
            <a:avLst/>
          </a:prstGeom>
          <a:noFill/>
          <a:ln>
            <a:noFill/>
          </a:ln>
        </p:spPr>
        <p:txBody>
          <a:bodyPr spcFirstLastPara="1" wrap="square" lIns="91425" tIns="45700" rIns="91425" bIns="45700" anchor="t" anchorCtr="0">
            <a:spAutoFit/>
          </a:bodyPr>
          <a:lstStyle/>
          <a:p>
            <a:pPr marL="0" marR="0" lvl="0" indent="0" algn="l" rtl="0">
              <a:lnSpc>
                <a:spcPct val="90000"/>
              </a:lnSpc>
              <a:spcBef>
                <a:spcPts val="0"/>
              </a:spcBef>
              <a:spcAft>
                <a:spcPts val="0"/>
              </a:spcAft>
              <a:buNone/>
            </a:pPr>
            <a:r>
              <a:rPr lang="en-US" sz="1600">
                <a:solidFill>
                  <a:schemeClr val="dk1"/>
                </a:solidFill>
                <a:latin typeface="Helvetica Neue"/>
                <a:ea typeface="Helvetica Neue"/>
                <a:cs typeface="Helvetica Neue"/>
                <a:sym typeface="Helvetica Neue"/>
              </a:rPr>
              <a:t>BufferedReader</a:t>
            </a:r>
            <a:r>
              <a:rPr lang="en-US" sz="1600" b="1">
                <a:solidFill>
                  <a:schemeClr val="dk1"/>
                </a:solidFill>
                <a:latin typeface="Helvetica Neue"/>
                <a:ea typeface="Helvetica Neue"/>
                <a:cs typeface="Helvetica Neue"/>
                <a:sym typeface="Helvetica Neue"/>
              </a:rPr>
              <a:t> </a:t>
            </a:r>
            <a:r>
              <a:rPr lang="en-US" sz="1600">
                <a:solidFill>
                  <a:schemeClr val="dk1"/>
                </a:solidFill>
                <a:latin typeface="Helvetica Neue"/>
                <a:ea typeface="Helvetica Neue"/>
                <a:cs typeface="Helvetica Neue"/>
                <a:sym typeface="Helvetica Neue"/>
              </a:rPr>
              <a:t>stdin =</a:t>
            </a:r>
            <a:r>
              <a:rPr lang="en-US" sz="1600" b="1">
                <a:solidFill>
                  <a:schemeClr val="dk1"/>
                </a:solidFill>
                <a:latin typeface="Helvetica Neue"/>
                <a:ea typeface="Helvetica Neue"/>
                <a:cs typeface="Helvetica Neue"/>
                <a:sym typeface="Helvetica Neue"/>
              </a:rPr>
              <a:t> </a:t>
            </a:r>
            <a:r>
              <a:rPr lang="en-US" sz="1600" b="1">
                <a:solidFill>
                  <a:schemeClr val="hlink"/>
                </a:solidFill>
                <a:latin typeface="Helvetica Neue"/>
                <a:ea typeface="Helvetica Neue"/>
                <a:cs typeface="Helvetica Neue"/>
                <a:sym typeface="Helvetica Neue"/>
              </a:rPr>
              <a:t>new</a:t>
            </a:r>
            <a:r>
              <a:rPr lang="en-US" sz="1600" b="1">
                <a:solidFill>
                  <a:schemeClr val="dk1"/>
                </a:solidFill>
                <a:latin typeface="Helvetica Neue"/>
                <a:ea typeface="Helvetica Neue"/>
                <a:cs typeface="Helvetica Neue"/>
                <a:sym typeface="Helvetica Neue"/>
              </a:rPr>
              <a:t> BufferedReader</a:t>
            </a:r>
            <a:r>
              <a:rPr lang="en-US" sz="1600" b="1">
                <a:solidFill>
                  <a:schemeClr val="dk1"/>
                </a:solidFill>
                <a:latin typeface="Arial"/>
                <a:ea typeface="Arial"/>
                <a:cs typeface="Arial"/>
                <a:sym typeface="Arial"/>
              </a:rPr>
              <a:t> </a:t>
            </a:r>
            <a:r>
              <a:rPr lang="en-US" sz="1600">
                <a:solidFill>
                  <a:schemeClr val="dk1"/>
                </a:solidFill>
                <a:latin typeface="Helvetica Neue"/>
                <a:ea typeface="Helvetica Neue"/>
                <a:cs typeface="Helvetica Neue"/>
                <a:sym typeface="Helvetica Neue"/>
              </a:rPr>
              <a:t>( </a:t>
            </a:r>
            <a:endParaRPr sz="1600">
              <a:solidFill>
                <a:schemeClr val="dk1"/>
              </a:solidFill>
              <a:latin typeface="Arial"/>
              <a:ea typeface="Arial"/>
              <a:cs typeface="Arial"/>
              <a:sym typeface="Arial"/>
            </a:endParaRPr>
          </a:p>
          <a:p>
            <a:pPr marL="0" marR="0" lvl="0" indent="0" algn="l" rtl="0">
              <a:lnSpc>
                <a:spcPct val="90000"/>
              </a:lnSpc>
              <a:spcBef>
                <a:spcPts val="480"/>
              </a:spcBef>
              <a:spcAft>
                <a:spcPts val="0"/>
              </a:spcAft>
              <a:buNone/>
            </a:pPr>
            <a:r>
              <a:rPr lang="en-US" sz="1600" b="1">
                <a:solidFill>
                  <a:schemeClr val="dk1"/>
                </a:solidFill>
                <a:latin typeface="Arial"/>
                <a:ea typeface="Arial"/>
                <a:cs typeface="Arial"/>
                <a:sym typeface="Arial"/>
              </a:rPr>
              <a:t>			  </a:t>
            </a:r>
            <a:r>
              <a:rPr lang="en-US" sz="1600" b="1">
                <a:solidFill>
                  <a:schemeClr val="hlink"/>
                </a:solidFill>
                <a:latin typeface="Helvetica Neue"/>
                <a:ea typeface="Helvetica Neue"/>
                <a:cs typeface="Helvetica Neue"/>
                <a:sym typeface="Helvetica Neue"/>
              </a:rPr>
              <a:t>new</a:t>
            </a:r>
            <a:r>
              <a:rPr lang="en-US" sz="1600" b="1">
                <a:solidFill>
                  <a:schemeClr val="dk1"/>
                </a:solidFill>
                <a:latin typeface="Helvetica Neue"/>
                <a:ea typeface="Helvetica Neue"/>
                <a:cs typeface="Helvetica Neue"/>
                <a:sym typeface="Helvetica Neue"/>
              </a:rPr>
              <a:t> InputStreamReader</a:t>
            </a:r>
            <a:r>
              <a:rPr lang="en-US" sz="1600" b="1">
                <a:solidFill>
                  <a:schemeClr val="dk1"/>
                </a:solidFill>
                <a:latin typeface="Arial"/>
                <a:ea typeface="Arial"/>
                <a:cs typeface="Arial"/>
                <a:sym typeface="Arial"/>
              </a:rPr>
              <a:t> </a:t>
            </a:r>
            <a:r>
              <a:rPr lang="en-US" sz="1600">
                <a:solidFill>
                  <a:schemeClr val="dk1"/>
                </a:solidFill>
                <a:latin typeface="Helvetica Neue"/>
                <a:ea typeface="Helvetica Neue"/>
                <a:cs typeface="Helvetica Neue"/>
                <a:sym typeface="Helvetica Neue"/>
              </a:rPr>
              <a:t>( System.in ) );</a:t>
            </a:r>
            <a:endParaRPr/>
          </a:p>
        </p:txBody>
      </p:sp>
      <p:sp>
        <p:nvSpPr>
          <p:cNvPr id="290" name="Google Shape;290;p21"/>
          <p:cNvSpPr txBox="1"/>
          <p:nvPr/>
        </p:nvSpPr>
        <p:spPr>
          <a:xfrm>
            <a:off x="3733800" y="5119688"/>
            <a:ext cx="4114800" cy="34925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chemeClr val="dk1"/>
                </a:solidFill>
                <a:latin typeface="Helvetica Neue"/>
                <a:ea typeface="Helvetica Neue"/>
                <a:cs typeface="Helvetica Neue"/>
                <a:sym typeface="Helvetica Neue"/>
              </a:rPr>
              <a:t>System.in is an object of </a:t>
            </a:r>
            <a:r>
              <a:rPr lang="en-US" sz="1600" b="1">
                <a:solidFill>
                  <a:schemeClr val="dk1"/>
                </a:solidFill>
                <a:latin typeface="Helvetica Neue"/>
                <a:ea typeface="Helvetica Neue"/>
                <a:cs typeface="Helvetica Neue"/>
                <a:sym typeface="Helvetica Neue"/>
              </a:rPr>
              <a:t>InputStream</a:t>
            </a:r>
            <a:endParaRPr/>
          </a:p>
        </p:txBody>
      </p:sp>
      <p:cxnSp>
        <p:nvCxnSpPr>
          <p:cNvPr id="291" name="Google Shape;291;p21"/>
          <p:cNvCxnSpPr/>
          <p:nvPr/>
        </p:nvCxnSpPr>
        <p:spPr>
          <a:xfrm flipH="1">
            <a:off x="5638800" y="4343400"/>
            <a:ext cx="838200" cy="762000"/>
          </a:xfrm>
          <a:prstGeom prst="straightConnector1">
            <a:avLst/>
          </a:prstGeom>
          <a:noFill/>
          <a:ln w="9525" cap="flat" cmpd="sng">
            <a:solidFill>
              <a:schemeClr val="dk1"/>
            </a:solidFill>
            <a:prstDash val="solid"/>
            <a:round/>
            <a:headEnd type="none" w="med" len="med"/>
            <a:tailEnd type="triangle" w="med" len="med"/>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22"/>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22</a:t>
            </a:fld>
            <a:endParaRPr/>
          </a:p>
        </p:txBody>
      </p:sp>
      <p:sp>
        <p:nvSpPr>
          <p:cNvPr id="297" name="Google Shape;297;p22"/>
          <p:cNvSpPr txBox="1">
            <a:spLocks noGrp="1"/>
          </p:cNvSpPr>
          <p:nvPr>
            <p:ph type="body" idx="1"/>
          </p:nvPr>
        </p:nvSpPr>
        <p:spPr>
          <a:xfrm>
            <a:off x="685800" y="533400"/>
            <a:ext cx="8001000" cy="55975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Font typeface="Noto Sans Symbols"/>
              <a:buNone/>
            </a:pPr>
            <a:r>
              <a:rPr lang="en-US" sz="2400" b="1" u="sng">
                <a:latin typeface="Times New Roman"/>
                <a:ea typeface="Times New Roman"/>
                <a:cs typeface="Times New Roman"/>
                <a:sym typeface="Times New Roman"/>
              </a:rPr>
              <a:t>Reading Characters:</a:t>
            </a:r>
            <a:endParaRPr/>
          </a:p>
          <a:p>
            <a:pPr marL="342900" lvl="0" indent="-342900" algn="l" rtl="0">
              <a:spcBef>
                <a:spcPts val="48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int read( ) throws IOException</a:t>
            </a:r>
            <a:endParaRPr/>
          </a:p>
          <a:p>
            <a:pPr marL="342900" lvl="0" indent="-342900" algn="l" rtl="0">
              <a:spcBef>
                <a:spcPts val="480"/>
              </a:spcBef>
              <a:spcAft>
                <a:spcPts val="0"/>
              </a:spcAft>
              <a:buClr>
                <a:schemeClr val="dk1"/>
              </a:buClr>
              <a:buSzPts val="2400"/>
              <a:buFont typeface="Noto Sans Symbols"/>
              <a:buNone/>
            </a:pPr>
            <a:r>
              <a:rPr lang="en-US" sz="2400">
                <a:latin typeface="Times New Roman"/>
                <a:ea typeface="Times New Roman"/>
                <a:cs typeface="Times New Roman"/>
                <a:sym typeface="Times New Roman"/>
              </a:rPr>
              <a:t>	- it reads a character from the input stream and returns it as integer value.</a:t>
            </a:r>
            <a:endParaRPr/>
          </a:p>
          <a:p>
            <a:pPr marL="342900" lvl="0" indent="-342900" algn="l" rtl="0">
              <a:spcBef>
                <a:spcPts val="480"/>
              </a:spcBef>
              <a:spcAft>
                <a:spcPts val="0"/>
              </a:spcAft>
              <a:buClr>
                <a:schemeClr val="dk1"/>
              </a:buClr>
              <a:buSzPts val="2400"/>
              <a:buFont typeface="Noto Sans Symbols"/>
              <a:buNone/>
            </a:pPr>
            <a:r>
              <a:rPr lang="en-US" sz="2400">
                <a:latin typeface="Times New Roman"/>
                <a:ea typeface="Times New Roman"/>
                <a:cs typeface="Times New Roman"/>
                <a:sym typeface="Times New Roman"/>
              </a:rPr>
              <a:t>	- It returns -1 when the end of the stream is encountered.</a:t>
            </a:r>
            <a:endParaRPr/>
          </a:p>
          <a:p>
            <a:pPr marL="342900" lvl="0" indent="-342900" algn="l" rtl="0">
              <a:spcBef>
                <a:spcPts val="360"/>
              </a:spcBef>
              <a:spcAft>
                <a:spcPts val="0"/>
              </a:spcAft>
              <a:buClr>
                <a:schemeClr val="dk1"/>
              </a:buClr>
              <a:buSzPts val="1800"/>
              <a:buFont typeface="Noto Sans Symbols"/>
              <a:buNone/>
            </a:pPr>
            <a:endParaRPr sz="1800">
              <a:latin typeface="Times New Roman"/>
              <a:ea typeface="Times New Roman"/>
              <a:cs typeface="Times New Roman"/>
              <a:sym typeface="Times New Roman"/>
            </a:endParaRPr>
          </a:p>
          <a:p>
            <a:pPr marL="342900" lvl="0" indent="-342900" algn="l" rtl="0">
              <a:spcBef>
                <a:spcPts val="480"/>
              </a:spcBef>
              <a:spcAft>
                <a:spcPts val="0"/>
              </a:spcAft>
              <a:buClr>
                <a:schemeClr val="dk1"/>
              </a:buClr>
              <a:buSzPts val="2400"/>
              <a:buFont typeface="Noto Sans Symbols"/>
              <a:buNone/>
            </a:pPr>
            <a:r>
              <a:rPr lang="en-US" sz="2400" b="1" u="sng">
                <a:latin typeface="Times New Roman"/>
                <a:ea typeface="Times New Roman"/>
                <a:cs typeface="Times New Roman"/>
                <a:sym typeface="Times New Roman"/>
              </a:rPr>
              <a:t>Reading Strings:</a:t>
            </a:r>
            <a:endParaRPr/>
          </a:p>
          <a:p>
            <a:pPr marL="342900" lvl="0" indent="-342900" algn="l" rtl="0">
              <a:spcBef>
                <a:spcPts val="48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String readLine() throws IOException</a:t>
            </a:r>
            <a:endParaRPr/>
          </a:p>
          <a:p>
            <a:pPr marL="342900" lvl="0" indent="-342900" algn="l" rtl="0">
              <a:spcBef>
                <a:spcPts val="48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Member of BufferedReader.</a:t>
            </a:r>
            <a:endParaRPr/>
          </a:p>
          <a:p>
            <a:pPr marL="342900" lvl="0" indent="-342900" algn="l" rtl="0">
              <a:spcBef>
                <a:spcPts val="640"/>
              </a:spcBef>
              <a:spcAft>
                <a:spcPts val="0"/>
              </a:spcAft>
              <a:buClr>
                <a:schemeClr val="dk1"/>
              </a:buClr>
              <a:buSzPts val="3200"/>
              <a:buFont typeface="Noto Sans Symbols"/>
              <a:buNone/>
            </a:pPr>
            <a:r>
              <a:rPr lang="en-US">
                <a:latin typeface="Times New Roman"/>
                <a:ea typeface="Times New Roman"/>
                <a:cs typeface="Times New Roman"/>
                <a:sym typeface="Times New Roman"/>
              </a:rPr>
              <a: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23"/>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23</a:t>
            </a:fld>
            <a:endParaRPr/>
          </a:p>
        </p:txBody>
      </p:sp>
      <p:sp>
        <p:nvSpPr>
          <p:cNvPr id="303" name="Google Shape;303;p23"/>
          <p:cNvSpPr txBox="1">
            <a:spLocks noGrp="1"/>
          </p:cNvSpPr>
          <p:nvPr>
            <p:ph type="body" idx="1"/>
          </p:nvPr>
        </p:nvSpPr>
        <p:spPr>
          <a:xfrm>
            <a:off x="228600" y="1143000"/>
            <a:ext cx="85344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80000"/>
              </a:lnSpc>
              <a:spcBef>
                <a:spcPts val="0"/>
              </a:spcBef>
              <a:spcAft>
                <a:spcPts val="0"/>
              </a:spcAft>
              <a:buClr>
                <a:schemeClr val="dk1"/>
              </a:buClr>
              <a:buSzPts val="1800"/>
              <a:buFont typeface="Times New Roman"/>
              <a:buNone/>
            </a:pPr>
            <a:r>
              <a:rPr lang="en-US" sz="1800">
                <a:latin typeface="Times New Roman"/>
                <a:ea typeface="Times New Roman"/>
                <a:cs typeface="Times New Roman"/>
                <a:sym typeface="Times New Roman"/>
              </a:rPr>
              <a:t>import java.io.*;</a:t>
            </a:r>
            <a:endParaRPr/>
          </a:p>
          <a:p>
            <a:pPr marL="342900" lvl="0" indent="-228600" algn="l" rtl="0">
              <a:lnSpc>
                <a:spcPct val="80000"/>
              </a:lnSpc>
              <a:spcBef>
                <a:spcPts val="360"/>
              </a:spcBef>
              <a:spcAft>
                <a:spcPts val="0"/>
              </a:spcAft>
              <a:buClr>
                <a:schemeClr val="dk1"/>
              </a:buClr>
              <a:buSzPts val="1800"/>
              <a:buFont typeface="Arial"/>
              <a:buNone/>
            </a:pPr>
            <a:endParaRPr sz="1800">
              <a:latin typeface="Times New Roman"/>
              <a:ea typeface="Times New Roman"/>
              <a:cs typeface="Times New Roman"/>
              <a:sym typeface="Times New Roman"/>
            </a:endParaRPr>
          </a:p>
          <a:p>
            <a:pPr marL="342900" lvl="0" indent="-342900" algn="l" rtl="0">
              <a:lnSpc>
                <a:spcPct val="80000"/>
              </a:lnSpc>
              <a:spcBef>
                <a:spcPts val="360"/>
              </a:spcBef>
              <a:spcAft>
                <a:spcPts val="0"/>
              </a:spcAft>
              <a:buClr>
                <a:schemeClr val="dk1"/>
              </a:buClr>
              <a:buSzPts val="1800"/>
              <a:buFont typeface="Times New Roman"/>
              <a:buNone/>
            </a:pPr>
            <a:r>
              <a:rPr lang="en-US" sz="1800">
                <a:latin typeface="Times New Roman"/>
                <a:ea typeface="Times New Roman"/>
                <a:cs typeface="Times New Roman"/>
                <a:sym typeface="Times New Roman"/>
              </a:rPr>
              <a:t>class java_io</a:t>
            </a:r>
            <a:endParaRPr/>
          </a:p>
          <a:p>
            <a:pPr marL="342900" lvl="0" indent="-342900" algn="l" rtl="0">
              <a:lnSpc>
                <a:spcPct val="80000"/>
              </a:lnSpc>
              <a:spcBef>
                <a:spcPts val="360"/>
              </a:spcBef>
              <a:spcAft>
                <a:spcPts val="0"/>
              </a:spcAft>
              <a:buClr>
                <a:schemeClr val="dk1"/>
              </a:buClr>
              <a:buSzPts val="1800"/>
              <a:buFont typeface="Times New Roman"/>
              <a:buNone/>
            </a:pPr>
            <a:r>
              <a:rPr lang="en-US" sz="1800">
                <a:latin typeface="Times New Roman"/>
                <a:ea typeface="Times New Roman"/>
                <a:cs typeface="Times New Roman"/>
                <a:sym typeface="Times New Roman"/>
              </a:rPr>
              <a:t>{</a:t>
            </a:r>
            <a:endParaRPr/>
          </a:p>
          <a:p>
            <a:pPr marL="342900" lvl="0" indent="-342900" algn="l" rtl="0">
              <a:lnSpc>
                <a:spcPct val="80000"/>
              </a:lnSpc>
              <a:spcBef>
                <a:spcPts val="360"/>
              </a:spcBef>
              <a:spcAft>
                <a:spcPts val="0"/>
              </a:spcAft>
              <a:buClr>
                <a:schemeClr val="dk1"/>
              </a:buClr>
              <a:buSzPts val="1800"/>
              <a:buFont typeface="Times New Roman"/>
              <a:buNone/>
            </a:pPr>
            <a:r>
              <a:rPr lang="en-US" sz="1800">
                <a:latin typeface="Times New Roman"/>
                <a:ea typeface="Times New Roman"/>
                <a:cs typeface="Times New Roman"/>
                <a:sym typeface="Times New Roman"/>
              </a:rPr>
              <a:t>	public static void main(String arags[]) throws IOException</a:t>
            </a:r>
            <a:endParaRPr/>
          </a:p>
          <a:p>
            <a:pPr marL="342900" lvl="0" indent="-342900" algn="l" rtl="0">
              <a:lnSpc>
                <a:spcPct val="80000"/>
              </a:lnSpc>
              <a:spcBef>
                <a:spcPts val="360"/>
              </a:spcBef>
              <a:spcAft>
                <a:spcPts val="0"/>
              </a:spcAft>
              <a:buClr>
                <a:schemeClr val="dk1"/>
              </a:buClr>
              <a:buSzPts val="1800"/>
              <a:buFont typeface="Times New Roman"/>
              <a:buNone/>
            </a:pPr>
            <a:r>
              <a:rPr lang="en-US" sz="1800">
                <a:latin typeface="Times New Roman"/>
                <a:ea typeface="Times New Roman"/>
                <a:cs typeface="Times New Roman"/>
                <a:sym typeface="Times New Roman"/>
              </a:rPr>
              <a:t>	{</a:t>
            </a:r>
            <a:endParaRPr/>
          </a:p>
          <a:p>
            <a:pPr marL="342900" lvl="0" indent="-342900" algn="l" rtl="0">
              <a:lnSpc>
                <a:spcPct val="80000"/>
              </a:lnSpc>
              <a:spcBef>
                <a:spcPts val="360"/>
              </a:spcBef>
              <a:spcAft>
                <a:spcPts val="0"/>
              </a:spcAft>
              <a:buClr>
                <a:schemeClr val="dk1"/>
              </a:buClr>
              <a:buSzPts val="1800"/>
              <a:buFont typeface="Times New Roman"/>
              <a:buNone/>
            </a:pPr>
            <a:r>
              <a:rPr lang="en-US" sz="1800">
                <a:latin typeface="Times New Roman"/>
                <a:ea typeface="Times New Roman"/>
                <a:cs typeface="Times New Roman"/>
                <a:sym typeface="Times New Roman"/>
              </a:rPr>
              <a:t>		String str;</a:t>
            </a:r>
            <a:endParaRPr/>
          </a:p>
          <a:p>
            <a:pPr marL="342900" lvl="0" indent="-342900" algn="l" rtl="0">
              <a:lnSpc>
                <a:spcPct val="80000"/>
              </a:lnSpc>
              <a:spcBef>
                <a:spcPts val="360"/>
              </a:spcBef>
              <a:spcAft>
                <a:spcPts val="0"/>
              </a:spcAft>
              <a:buClr>
                <a:schemeClr val="dk1"/>
              </a:buClr>
              <a:buSzPts val="1800"/>
              <a:buFont typeface="Times New Roman"/>
              <a:buNone/>
            </a:pPr>
            <a:r>
              <a:rPr lang="en-US" sz="1800">
                <a:latin typeface="Times New Roman"/>
                <a:ea typeface="Times New Roman"/>
                <a:cs typeface="Times New Roman"/>
                <a:sym typeface="Times New Roman"/>
              </a:rPr>
              <a:t>		BufferedReader br = new BufferedReader(new InputStreamReader(System.in));</a:t>
            </a:r>
            <a:endParaRPr/>
          </a:p>
          <a:p>
            <a:pPr marL="342900" lvl="0" indent="-342900" algn="l" rtl="0">
              <a:lnSpc>
                <a:spcPct val="80000"/>
              </a:lnSpc>
              <a:spcBef>
                <a:spcPts val="360"/>
              </a:spcBef>
              <a:spcAft>
                <a:spcPts val="0"/>
              </a:spcAft>
              <a:buClr>
                <a:schemeClr val="dk1"/>
              </a:buClr>
              <a:buSzPts val="1800"/>
              <a:buFont typeface="Times New Roman"/>
              <a:buNone/>
            </a:pPr>
            <a:r>
              <a:rPr lang="en-US" sz="1800">
                <a:latin typeface="Times New Roman"/>
                <a:ea typeface="Times New Roman"/>
                <a:cs typeface="Times New Roman"/>
                <a:sym typeface="Times New Roman"/>
              </a:rPr>
              <a:t>		</a:t>
            </a:r>
            <a:endParaRPr/>
          </a:p>
          <a:p>
            <a:pPr marL="342900" lvl="0" indent="-342900" algn="l" rtl="0">
              <a:lnSpc>
                <a:spcPct val="80000"/>
              </a:lnSpc>
              <a:spcBef>
                <a:spcPts val="360"/>
              </a:spcBef>
              <a:spcAft>
                <a:spcPts val="0"/>
              </a:spcAft>
              <a:buClr>
                <a:schemeClr val="dk1"/>
              </a:buClr>
              <a:buSzPts val="1800"/>
              <a:buFont typeface="Times New Roman"/>
              <a:buNone/>
            </a:pPr>
            <a:r>
              <a:rPr lang="en-US" sz="1800">
                <a:latin typeface="Times New Roman"/>
                <a:ea typeface="Times New Roman"/>
                <a:cs typeface="Times New Roman"/>
                <a:sym typeface="Times New Roman"/>
              </a:rPr>
              <a:t>		System.out.println("Enter input:");</a:t>
            </a:r>
            <a:endParaRPr/>
          </a:p>
          <a:p>
            <a:pPr marL="342900" lvl="0" indent="-342900" algn="l" rtl="0">
              <a:lnSpc>
                <a:spcPct val="80000"/>
              </a:lnSpc>
              <a:spcBef>
                <a:spcPts val="360"/>
              </a:spcBef>
              <a:spcAft>
                <a:spcPts val="0"/>
              </a:spcAft>
              <a:buClr>
                <a:schemeClr val="dk1"/>
              </a:buClr>
              <a:buSzPts val="1800"/>
              <a:buFont typeface="Times New Roman"/>
              <a:buNone/>
            </a:pPr>
            <a:r>
              <a:rPr lang="en-US" sz="1800">
                <a:latin typeface="Times New Roman"/>
                <a:ea typeface="Times New Roman"/>
                <a:cs typeface="Times New Roman"/>
                <a:sym typeface="Times New Roman"/>
              </a:rPr>
              <a:t>		do</a:t>
            </a:r>
            <a:endParaRPr/>
          </a:p>
          <a:p>
            <a:pPr marL="342900" lvl="0" indent="-342900" algn="l" rtl="0">
              <a:lnSpc>
                <a:spcPct val="80000"/>
              </a:lnSpc>
              <a:spcBef>
                <a:spcPts val="360"/>
              </a:spcBef>
              <a:spcAft>
                <a:spcPts val="0"/>
              </a:spcAft>
              <a:buClr>
                <a:schemeClr val="dk1"/>
              </a:buClr>
              <a:buSzPts val="1800"/>
              <a:buFont typeface="Times New Roman"/>
              <a:buNone/>
            </a:pPr>
            <a:r>
              <a:rPr lang="en-US" sz="1800">
                <a:latin typeface="Times New Roman"/>
                <a:ea typeface="Times New Roman"/>
                <a:cs typeface="Times New Roman"/>
                <a:sym typeface="Times New Roman"/>
              </a:rPr>
              <a:t>		{</a:t>
            </a:r>
            <a:endParaRPr/>
          </a:p>
          <a:p>
            <a:pPr marL="342900" lvl="0" indent="-342900" algn="l" rtl="0">
              <a:lnSpc>
                <a:spcPct val="80000"/>
              </a:lnSpc>
              <a:spcBef>
                <a:spcPts val="360"/>
              </a:spcBef>
              <a:spcAft>
                <a:spcPts val="0"/>
              </a:spcAft>
              <a:buClr>
                <a:schemeClr val="dk1"/>
              </a:buClr>
              <a:buSzPts val="1800"/>
              <a:buFont typeface="Times New Roman"/>
              <a:buNone/>
            </a:pPr>
            <a:r>
              <a:rPr lang="en-US" sz="1800">
                <a:latin typeface="Times New Roman"/>
                <a:ea typeface="Times New Roman"/>
                <a:cs typeface="Times New Roman"/>
                <a:sym typeface="Times New Roman"/>
              </a:rPr>
              <a:t>			str=br.readLine();</a:t>
            </a:r>
            <a:endParaRPr/>
          </a:p>
          <a:p>
            <a:pPr marL="342900" lvl="0" indent="-342900" algn="l" rtl="0">
              <a:lnSpc>
                <a:spcPct val="80000"/>
              </a:lnSpc>
              <a:spcBef>
                <a:spcPts val="360"/>
              </a:spcBef>
              <a:spcAft>
                <a:spcPts val="0"/>
              </a:spcAft>
              <a:buClr>
                <a:schemeClr val="dk1"/>
              </a:buClr>
              <a:buSzPts val="1800"/>
              <a:buFont typeface="Times New Roman"/>
              <a:buNone/>
            </a:pPr>
            <a:r>
              <a:rPr lang="en-US" sz="1800">
                <a:latin typeface="Times New Roman"/>
                <a:ea typeface="Times New Roman"/>
                <a:cs typeface="Times New Roman"/>
                <a:sym typeface="Times New Roman"/>
              </a:rPr>
              <a:t>			System.out.println(str);</a:t>
            </a:r>
            <a:endParaRPr/>
          </a:p>
          <a:p>
            <a:pPr marL="342900" lvl="0" indent="-342900" algn="l" rtl="0">
              <a:lnSpc>
                <a:spcPct val="80000"/>
              </a:lnSpc>
              <a:spcBef>
                <a:spcPts val="360"/>
              </a:spcBef>
              <a:spcAft>
                <a:spcPts val="0"/>
              </a:spcAft>
              <a:buClr>
                <a:schemeClr val="dk1"/>
              </a:buClr>
              <a:buSzPts val="1800"/>
              <a:buFont typeface="Times New Roman"/>
              <a:buNone/>
            </a:pPr>
            <a:r>
              <a:rPr lang="en-US" sz="1800">
                <a:latin typeface="Times New Roman"/>
                <a:ea typeface="Times New Roman"/>
                <a:cs typeface="Times New Roman"/>
                <a:sym typeface="Times New Roman"/>
              </a:rPr>
              <a:t>		}while(!str.equals("stop"));</a:t>
            </a:r>
            <a:endParaRPr/>
          </a:p>
          <a:p>
            <a:pPr marL="342900" lvl="0" indent="-342900" algn="l" rtl="0">
              <a:lnSpc>
                <a:spcPct val="80000"/>
              </a:lnSpc>
              <a:spcBef>
                <a:spcPts val="360"/>
              </a:spcBef>
              <a:spcAft>
                <a:spcPts val="0"/>
              </a:spcAft>
              <a:buClr>
                <a:schemeClr val="dk1"/>
              </a:buClr>
              <a:buSzPts val="1800"/>
              <a:buFont typeface="Times New Roman"/>
              <a:buNone/>
            </a:pPr>
            <a:r>
              <a:rPr lang="en-US" sz="1800">
                <a:latin typeface="Times New Roman"/>
                <a:ea typeface="Times New Roman"/>
                <a:cs typeface="Times New Roman"/>
                <a:sym typeface="Times New Roman"/>
              </a:rPr>
              <a:t>	}</a:t>
            </a:r>
            <a:endParaRPr/>
          </a:p>
          <a:p>
            <a:pPr marL="342900" lvl="0" indent="-342900" algn="l" rtl="0">
              <a:lnSpc>
                <a:spcPct val="80000"/>
              </a:lnSpc>
              <a:spcBef>
                <a:spcPts val="360"/>
              </a:spcBef>
              <a:spcAft>
                <a:spcPts val="0"/>
              </a:spcAft>
              <a:buClr>
                <a:schemeClr val="dk1"/>
              </a:buClr>
              <a:buSzPts val="1800"/>
              <a:buFont typeface="Times New Roman"/>
              <a:buNone/>
            </a:pPr>
            <a:r>
              <a:rPr lang="en-US" sz="1800">
                <a:latin typeface="Times New Roman"/>
                <a:ea typeface="Times New Roman"/>
                <a:cs typeface="Times New Roman"/>
                <a:sym typeface="Times New Roman"/>
              </a:rPr>
              <a:t>}</a:t>
            </a:r>
            <a:endParaRPr/>
          </a:p>
        </p:txBody>
      </p:sp>
      <p:sp>
        <p:nvSpPr>
          <p:cNvPr id="304" name="Google Shape;304;p23"/>
          <p:cNvSpPr txBox="1">
            <a:spLocks noGrp="1"/>
          </p:cNvSpPr>
          <p:nvPr>
            <p:ph type="title"/>
          </p:nvPr>
        </p:nvSpPr>
        <p:spPr>
          <a:xfrm>
            <a:off x="457200" y="274638"/>
            <a:ext cx="8153400" cy="6397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200">
                <a:latin typeface="Times New Roman"/>
                <a:ea typeface="Times New Roman"/>
                <a:cs typeface="Times New Roman"/>
                <a:sym typeface="Times New Roman"/>
              </a:rPr>
              <a:t>Example- Reading String from the Keyboard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4"/>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24</a:t>
            </a:fld>
            <a:endParaRPr/>
          </a:p>
        </p:txBody>
      </p:sp>
      <p:sp>
        <p:nvSpPr>
          <p:cNvPr id="310" name="Google Shape;310;p24"/>
          <p:cNvSpPr txBox="1">
            <a:spLocks noGrp="1"/>
          </p:cNvSpPr>
          <p:nvPr>
            <p:ph type="title"/>
          </p:nvPr>
        </p:nvSpPr>
        <p:spPr>
          <a:xfrm>
            <a:off x="304800" y="0"/>
            <a:ext cx="8458200" cy="9906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400">
                <a:latin typeface="Times New Roman"/>
                <a:ea typeface="Times New Roman"/>
                <a:cs typeface="Times New Roman"/>
                <a:sym typeface="Times New Roman"/>
              </a:rPr>
              <a:t>Example- Java Program to Calculate the Sum of a List of Numbers</a:t>
            </a:r>
            <a:endParaRPr/>
          </a:p>
        </p:txBody>
      </p:sp>
      <p:sp>
        <p:nvSpPr>
          <p:cNvPr id="311" name="Google Shape;311;p24"/>
          <p:cNvSpPr txBox="1">
            <a:spLocks noGrp="1"/>
          </p:cNvSpPr>
          <p:nvPr>
            <p:ph type="body" idx="1"/>
          </p:nvPr>
        </p:nvSpPr>
        <p:spPr>
          <a:xfrm>
            <a:off x="457200" y="990600"/>
            <a:ext cx="7924800" cy="4911725"/>
          </a:xfrm>
          <a:prstGeom prst="rect">
            <a:avLst/>
          </a:prstGeom>
          <a:noFill/>
          <a:ln>
            <a:noFill/>
          </a:ln>
        </p:spPr>
        <p:txBody>
          <a:bodyPr spcFirstLastPara="1" wrap="square" lIns="91425" tIns="45700" rIns="91425" bIns="45700" anchor="t" anchorCtr="0">
            <a:noAutofit/>
          </a:bodyPr>
          <a:lstStyle/>
          <a:p>
            <a:pPr marL="342900" lvl="0" indent="-342900" algn="l" rtl="0">
              <a:lnSpc>
                <a:spcPct val="80000"/>
              </a:lnSpc>
              <a:spcBef>
                <a:spcPts val="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import java.io.*;</a:t>
            </a:r>
            <a:endParaRPr/>
          </a:p>
          <a:p>
            <a:pPr marL="342900" lvl="0" indent="-342900" algn="l" rtl="0">
              <a:lnSpc>
                <a:spcPct val="80000"/>
              </a:lnSpc>
              <a:spcBef>
                <a:spcPts val="280"/>
              </a:spcBef>
              <a:spcAft>
                <a:spcPts val="0"/>
              </a:spcAft>
              <a:buClr>
                <a:schemeClr val="dk1"/>
              </a:buClr>
              <a:buSzPts val="1400"/>
              <a:buFont typeface="Arial"/>
              <a:buNone/>
            </a:pPr>
            <a:endParaRPr sz="1400" b="1">
              <a:latin typeface="Times New Roman"/>
              <a:ea typeface="Times New Roman"/>
              <a:cs typeface="Times New Roman"/>
              <a:sym typeface="Times New Roman"/>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class in_f</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public static void main(String args[]) throws IOException</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BufferedReader br = new BufferedReader(new InputStreamReader(System.in));</a:t>
            </a:r>
            <a:endParaRPr/>
          </a:p>
          <a:p>
            <a:pPr marL="342900" lvl="0" indent="-342900" algn="l" rtl="0">
              <a:lnSpc>
                <a:spcPct val="80000"/>
              </a:lnSpc>
              <a:spcBef>
                <a:spcPts val="280"/>
              </a:spcBef>
              <a:spcAft>
                <a:spcPts val="0"/>
              </a:spcAft>
              <a:buClr>
                <a:schemeClr val="dk1"/>
              </a:buClr>
              <a:buSzPts val="1400"/>
              <a:buFont typeface="Arial"/>
              <a:buNone/>
            </a:pPr>
            <a:endParaRPr sz="1400" b="1">
              <a:latin typeface="Times New Roman"/>
              <a:ea typeface="Times New Roman"/>
              <a:cs typeface="Times New Roman"/>
              <a:sym typeface="Times New Roman"/>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String str;</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int sum=0;</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int num;</a:t>
            </a:r>
            <a:endParaRPr/>
          </a:p>
          <a:p>
            <a:pPr marL="342900" lvl="0" indent="-342900" algn="l" rtl="0">
              <a:lnSpc>
                <a:spcPct val="80000"/>
              </a:lnSpc>
              <a:spcBef>
                <a:spcPts val="280"/>
              </a:spcBef>
              <a:spcAft>
                <a:spcPts val="0"/>
              </a:spcAft>
              <a:buClr>
                <a:schemeClr val="dk1"/>
              </a:buClr>
              <a:buSzPts val="1400"/>
              <a:buFont typeface="Arial"/>
              <a:buNone/>
            </a:pPr>
            <a:endParaRPr sz="1400" b="1">
              <a:latin typeface="Times New Roman"/>
              <a:ea typeface="Times New Roman"/>
              <a:cs typeface="Times New Roman"/>
              <a:sym typeface="Times New Roman"/>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while(true)</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str=br.readLine();</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num=Integer.parseInt(str);</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if(num!=-1)</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sum=sum+num;</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else</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break;</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a:t>
            </a:r>
            <a:endParaRPr/>
          </a:p>
          <a:p>
            <a:pPr marL="342900" lvl="0" indent="-342900" algn="l" rtl="0">
              <a:lnSpc>
                <a:spcPct val="80000"/>
              </a:lnSpc>
              <a:spcBef>
                <a:spcPts val="280"/>
              </a:spcBef>
              <a:spcAft>
                <a:spcPts val="0"/>
              </a:spcAft>
              <a:buClr>
                <a:schemeClr val="dk1"/>
              </a:buClr>
              <a:buSzPts val="1400"/>
              <a:buFont typeface="Arial"/>
              <a:buNone/>
            </a:pPr>
            <a:endParaRPr sz="1400" b="1">
              <a:latin typeface="Times New Roman"/>
              <a:ea typeface="Times New Roman"/>
              <a:cs typeface="Times New Roman"/>
              <a:sym typeface="Times New Roman"/>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System.out.println("sum: "+sum);</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a:t>
            </a:r>
            <a:endParaRPr/>
          </a:p>
          <a:p>
            <a:pPr marL="342900" lvl="0" indent="-342900" algn="l" rtl="0">
              <a:lnSpc>
                <a:spcPct val="80000"/>
              </a:lnSpc>
              <a:spcBef>
                <a:spcPts val="280"/>
              </a:spcBef>
              <a:spcAft>
                <a:spcPts val="0"/>
              </a:spcAft>
              <a:buClr>
                <a:schemeClr val="dk1"/>
              </a:buClr>
              <a:buSzPts val="1400"/>
              <a:buFont typeface="Arial"/>
              <a:buNone/>
            </a:pPr>
            <a:endParaRPr sz="1400" b="1">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25"/>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25</a:t>
            </a:fld>
            <a:endParaRPr/>
          </a:p>
        </p:txBody>
      </p:sp>
      <p:sp>
        <p:nvSpPr>
          <p:cNvPr id="317" name="Google Shape;317;p25"/>
          <p:cNvSpPr txBox="1">
            <a:spLocks noGrp="1"/>
          </p:cNvSpPr>
          <p:nvPr>
            <p:ph type="title"/>
          </p:nvPr>
        </p:nvSpPr>
        <p:spPr>
          <a:xfrm>
            <a:off x="304800" y="277813"/>
            <a:ext cx="8382000" cy="560387"/>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4000">
                <a:latin typeface="Times New Roman"/>
                <a:ea typeface="Times New Roman"/>
                <a:cs typeface="Times New Roman"/>
                <a:sym typeface="Times New Roman"/>
              </a:rPr>
              <a:t>OutputStream (Byte Stream)</a:t>
            </a:r>
            <a:endParaRPr/>
          </a:p>
        </p:txBody>
      </p:sp>
      <p:sp>
        <p:nvSpPr>
          <p:cNvPr id="318" name="Google Shape;318;p25"/>
          <p:cNvSpPr txBox="1">
            <a:spLocks noGrp="1"/>
          </p:cNvSpPr>
          <p:nvPr>
            <p:ph type="body" idx="1"/>
          </p:nvPr>
        </p:nvSpPr>
        <p:spPr>
          <a:xfrm>
            <a:off x="304800" y="1066800"/>
            <a:ext cx="8610600" cy="5257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800"/>
              <a:buFont typeface="Noto Sans Symbols"/>
              <a:buChar char="✔"/>
            </a:pPr>
            <a:r>
              <a:rPr lang="en-US" sz="2800" dirty="0">
                <a:latin typeface="Times New Roman"/>
                <a:ea typeface="Times New Roman"/>
                <a:cs typeface="Times New Roman"/>
                <a:sym typeface="Times New Roman"/>
              </a:rPr>
              <a:t>An Abstract class.</a:t>
            </a:r>
            <a:endParaRPr dirty="0"/>
          </a:p>
          <a:p>
            <a:pPr marL="342900" lvl="0" indent="-342900" algn="l" rtl="0">
              <a:spcBef>
                <a:spcPts val="560"/>
              </a:spcBef>
              <a:spcAft>
                <a:spcPts val="0"/>
              </a:spcAft>
              <a:buClr>
                <a:schemeClr val="dk1"/>
              </a:buClr>
              <a:buSzPts val="2800"/>
              <a:buFont typeface="Noto Sans Symbols"/>
              <a:buChar char="✔"/>
            </a:pPr>
            <a:r>
              <a:rPr lang="en-US" sz="2800" dirty="0">
                <a:latin typeface="Times New Roman"/>
                <a:ea typeface="Times New Roman"/>
                <a:cs typeface="Times New Roman"/>
                <a:sym typeface="Times New Roman"/>
              </a:rPr>
              <a:t>It implements </a:t>
            </a:r>
            <a:r>
              <a:rPr lang="en-US" sz="2800" b="1" dirty="0">
                <a:latin typeface="Times New Roman"/>
                <a:ea typeface="Times New Roman"/>
                <a:cs typeface="Times New Roman"/>
                <a:sym typeface="Times New Roman"/>
              </a:rPr>
              <a:t>Closeable</a:t>
            </a:r>
            <a:r>
              <a:rPr lang="en-US" sz="2800" dirty="0">
                <a:latin typeface="Times New Roman"/>
                <a:ea typeface="Times New Roman"/>
                <a:cs typeface="Times New Roman"/>
                <a:sym typeface="Times New Roman"/>
              </a:rPr>
              <a:t> and </a:t>
            </a:r>
            <a:r>
              <a:rPr lang="en-US" sz="2800" b="1" dirty="0">
                <a:latin typeface="Times New Roman"/>
                <a:ea typeface="Times New Roman"/>
                <a:cs typeface="Times New Roman"/>
                <a:sym typeface="Times New Roman"/>
              </a:rPr>
              <a:t>Flushable</a:t>
            </a:r>
            <a:r>
              <a:rPr lang="en-US" sz="2800" dirty="0">
                <a:latin typeface="Times New Roman"/>
                <a:ea typeface="Times New Roman"/>
                <a:cs typeface="Times New Roman"/>
                <a:sym typeface="Times New Roman"/>
              </a:rPr>
              <a:t> interface.</a:t>
            </a:r>
            <a:endParaRPr dirty="0"/>
          </a:p>
          <a:p>
            <a:pPr marL="342900" lvl="0" indent="-342900" algn="l" rtl="0">
              <a:spcBef>
                <a:spcPts val="560"/>
              </a:spcBef>
              <a:spcAft>
                <a:spcPts val="0"/>
              </a:spcAft>
              <a:buClr>
                <a:schemeClr val="dk1"/>
              </a:buClr>
              <a:buSzPts val="2800"/>
              <a:buFont typeface="Noto Sans Symbols"/>
              <a:buChar char="✔"/>
            </a:pPr>
            <a:r>
              <a:rPr lang="en-US" sz="2800" dirty="0">
                <a:latin typeface="Times New Roman"/>
                <a:ea typeface="Times New Roman"/>
                <a:cs typeface="Times New Roman"/>
                <a:sym typeface="Times New Roman"/>
              </a:rPr>
              <a:t>All the methods in this class return </a:t>
            </a:r>
            <a:r>
              <a:rPr lang="en-US" sz="2800" b="1" dirty="0">
                <a:latin typeface="Times New Roman"/>
                <a:ea typeface="Times New Roman"/>
                <a:cs typeface="Times New Roman"/>
                <a:sym typeface="Times New Roman"/>
              </a:rPr>
              <a:t>void</a:t>
            </a:r>
            <a:r>
              <a:rPr lang="en-US" sz="2800" dirty="0">
                <a:latin typeface="Times New Roman"/>
                <a:ea typeface="Times New Roman"/>
                <a:cs typeface="Times New Roman"/>
                <a:sym typeface="Times New Roman"/>
              </a:rPr>
              <a:t> and throw an </a:t>
            </a:r>
            <a:r>
              <a:rPr lang="en-US" sz="2800" dirty="0" err="1">
                <a:latin typeface="Times New Roman"/>
                <a:ea typeface="Times New Roman"/>
                <a:cs typeface="Times New Roman"/>
                <a:sym typeface="Times New Roman"/>
              </a:rPr>
              <a:t>IOException</a:t>
            </a:r>
            <a:r>
              <a:rPr lang="en-US" sz="2800" dirty="0">
                <a:latin typeface="Times New Roman"/>
                <a:ea typeface="Times New Roman"/>
                <a:cs typeface="Times New Roman"/>
                <a:sym typeface="Times New Roman"/>
              </a:rPr>
              <a:t> in the case of errors.</a:t>
            </a:r>
            <a:endParaRPr dirty="0"/>
          </a:p>
          <a:p>
            <a:pPr marL="342900" lvl="0" indent="-342900" algn="l" rtl="0">
              <a:spcBef>
                <a:spcPts val="560"/>
              </a:spcBef>
              <a:spcAft>
                <a:spcPts val="0"/>
              </a:spcAft>
              <a:buClr>
                <a:schemeClr val="dk1"/>
              </a:buClr>
              <a:buSzPts val="2800"/>
              <a:buFont typeface="Noto Sans Symbols"/>
              <a:buNone/>
            </a:pPr>
            <a:endParaRPr sz="2800" dirty="0">
              <a:latin typeface="Times New Roman"/>
              <a:ea typeface="Times New Roman"/>
              <a:cs typeface="Times New Roman"/>
              <a:sym typeface="Times New Roman"/>
            </a:endParaRPr>
          </a:p>
          <a:p>
            <a:pPr marL="342900" lvl="0" indent="-342900" algn="l" rtl="0">
              <a:spcBef>
                <a:spcPts val="560"/>
              </a:spcBef>
              <a:spcAft>
                <a:spcPts val="0"/>
              </a:spcAft>
              <a:buClr>
                <a:schemeClr val="dk1"/>
              </a:buClr>
              <a:buSzPts val="2800"/>
              <a:buFont typeface="Noto Sans Symbols"/>
              <a:buNone/>
            </a:pPr>
            <a:r>
              <a:rPr lang="en-US" sz="2800" b="1" u="sng" dirty="0">
                <a:latin typeface="Times New Roman"/>
                <a:ea typeface="Times New Roman"/>
                <a:cs typeface="Times New Roman"/>
                <a:sym typeface="Times New Roman"/>
              </a:rPr>
              <a:t>Flushable Interface:</a:t>
            </a:r>
            <a:endParaRPr dirty="0"/>
          </a:p>
          <a:p>
            <a:pPr marL="342900" lvl="0" indent="-342900" algn="l" rtl="0">
              <a:spcBef>
                <a:spcPts val="560"/>
              </a:spcBef>
              <a:spcAft>
                <a:spcPts val="0"/>
              </a:spcAft>
              <a:buClr>
                <a:schemeClr val="dk1"/>
              </a:buClr>
              <a:buSzPts val="2800"/>
              <a:buFont typeface="Noto Sans Symbols"/>
              <a:buChar char="✔"/>
            </a:pPr>
            <a:r>
              <a:rPr lang="en-US" sz="2800" dirty="0">
                <a:latin typeface="Times New Roman"/>
                <a:ea typeface="Times New Roman"/>
                <a:cs typeface="Times New Roman"/>
                <a:sym typeface="Times New Roman"/>
              </a:rPr>
              <a:t>It defines:</a:t>
            </a:r>
            <a:endParaRPr dirty="0"/>
          </a:p>
          <a:p>
            <a:pPr marL="342900" lvl="0" indent="-342900" algn="l" rtl="0">
              <a:spcBef>
                <a:spcPts val="560"/>
              </a:spcBef>
              <a:spcAft>
                <a:spcPts val="0"/>
              </a:spcAft>
              <a:buClr>
                <a:schemeClr val="dk1"/>
              </a:buClr>
              <a:buSzPts val="2800"/>
              <a:buFont typeface="Noto Sans Symbols"/>
              <a:buNone/>
            </a:pPr>
            <a:r>
              <a:rPr lang="en-US" sz="2800" dirty="0">
                <a:latin typeface="Times New Roman"/>
                <a:ea typeface="Times New Roman"/>
                <a:cs typeface="Times New Roman"/>
                <a:sym typeface="Times New Roman"/>
              </a:rPr>
              <a:t>	void flush() throws </a:t>
            </a:r>
            <a:r>
              <a:rPr lang="en-US" sz="2800" dirty="0" err="1">
                <a:latin typeface="Times New Roman"/>
                <a:ea typeface="Times New Roman"/>
                <a:cs typeface="Times New Roman"/>
                <a:sym typeface="Times New Roman"/>
              </a:rPr>
              <a:t>IOException</a:t>
            </a:r>
            <a:endParaRPr dirty="0"/>
          </a:p>
          <a:p>
            <a:pPr marL="342900" lvl="0" indent="-342900" algn="l" rtl="0">
              <a:spcBef>
                <a:spcPts val="560"/>
              </a:spcBef>
              <a:spcAft>
                <a:spcPts val="0"/>
              </a:spcAft>
              <a:buClr>
                <a:schemeClr val="dk1"/>
              </a:buClr>
              <a:buSzPts val="2800"/>
              <a:buFont typeface="Noto Sans Symbols"/>
              <a:buChar char="✔"/>
            </a:pPr>
            <a:r>
              <a:rPr lang="en-US" sz="2800" dirty="0">
                <a:latin typeface="Times New Roman"/>
                <a:ea typeface="Times New Roman"/>
                <a:cs typeface="Times New Roman"/>
                <a:sym typeface="Times New Roman"/>
              </a:rPr>
              <a:t>Flushing a stream typically causes buffered output to be physically written to the underlying device</a:t>
            </a:r>
            <a:endParaRPr dirty="0"/>
          </a:p>
          <a:p>
            <a:pPr marL="342900" lvl="0" indent="-342900" algn="l" rtl="0">
              <a:spcBef>
                <a:spcPts val="560"/>
              </a:spcBef>
              <a:spcAft>
                <a:spcPts val="0"/>
              </a:spcAft>
              <a:buClr>
                <a:schemeClr val="dk1"/>
              </a:buClr>
              <a:buSzPts val="2800"/>
              <a:buFont typeface="Noto Sans Symbols"/>
              <a:buNone/>
            </a:pPr>
            <a:endParaRPr sz="2800" dirty="0">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26"/>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26</a:t>
            </a:fld>
            <a:endParaRPr/>
          </a:p>
        </p:txBody>
      </p:sp>
      <p:sp>
        <p:nvSpPr>
          <p:cNvPr id="324" name="Google Shape;324;p26"/>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Methods Defined by OutputStream </a:t>
            </a:r>
            <a:endParaRPr/>
          </a:p>
        </p:txBody>
      </p:sp>
      <p:sp>
        <p:nvSpPr>
          <p:cNvPr id="325" name="Google Shape;325;p26"/>
          <p:cNvSpPr txBox="1">
            <a:spLocks noGrp="1"/>
          </p:cNvSpPr>
          <p:nvPr>
            <p:ph type="body" idx="1"/>
          </p:nvPr>
        </p:nvSpPr>
        <p:spPr>
          <a:xfrm>
            <a:off x="381000" y="990600"/>
            <a:ext cx="8305800" cy="5257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void close()--- closes the output stream.</a:t>
            </a:r>
            <a:endParaRPr/>
          </a:p>
          <a:p>
            <a:pPr marL="342900" lvl="0" indent="-342900" algn="l" rtl="0">
              <a:spcBef>
                <a:spcPts val="56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void flush()--- it flushes the output buffers.</a:t>
            </a:r>
            <a:endParaRPr/>
          </a:p>
          <a:p>
            <a:pPr marL="342900" lvl="0" indent="-342900" algn="l" rtl="0">
              <a:spcBef>
                <a:spcPts val="56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void write( int b) --- writes a single byte to an output stream.</a:t>
            </a:r>
            <a:endParaRPr/>
          </a:p>
          <a:p>
            <a:pPr marL="342900" lvl="0" indent="-342900" algn="l" rtl="0">
              <a:spcBef>
                <a:spcPts val="56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void write ( byte buff[]) --- writes a complete array of bytes to an output stream.</a:t>
            </a:r>
            <a:endParaRPr/>
          </a:p>
          <a:p>
            <a:pPr marL="342900" lvl="0" indent="-342900" algn="l" rtl="0">
              <a:spcBef>
                <a:spcPts val="56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void write ( byte buff[], int offset, int numbytes) --- writes the </a:t>
            </a:r>
            <a:r>
              <a:rPr lang="en-US" sz="2800" i="1">
                <a:latin typeface="Times New Roman"/>
                <a:ea typeface="Times New Roman"/>
                <a:cs typeface="Times New Roman"/>
                <a:sym typeface="Times New Roman"/>
              </a:rPr>
              <a:t>numbytes</a:t>
            </a:r>
            <a:r>
              <a:rPr lang="en-US" sz="2800">
                <a:latin typeface="Times New Roman"/>
                <a:ea typeface="Times New Roman"/>
                <a:cs typeface="Times New Roman"/>
                <a:sym typeface="Times New Roman"/>
              </a:rPr>
              <a:t> bytes from the array </a:t>
            </a:r>
            <a:r>
              <a:rPr lang="en-US" sz="2800" i="1">
                <a:latin typeface="Times New Roman"/>
                <a:ea typeface="Times New Roman"/>
                <a:cs typeface="Times New Roman"/>
                <a:sym typeface="Times New Roman"/>
              </a:rPr>
              <a:t>buff</a:t>
            </a:r>
            <a:r>
              <a:rPr lang="en-US" sz="2800">
                <a:latin typeface="Times New Roman"/>
                <a:ea typeface="Times New Roman"/>
                <a:cs typeface="Times New Roman"/>
                <a:sym typeface="Times New Roman"/>
              </a:rPr>
              <a:t> beginning at </a:t>
            </a:r>
            <a:r>
              <a:rPr lang="en-US" sz="2800" i="1">
                <a:latin typeface="Times New Roman"/>
                <a:ea typeface="Times New Roman"/>
                <a:cs typeface="Times New Roman"/>
                <a:sym typeface="Times New Roman"/>
              </a:rPr>
              <a:t>buff [offset].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27"/>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27</a:t>
            </a:fld>
            <a:endParaRPr/>
          </a:p>
        </p:txBody>
      </p:sp>
      <p:sp>
        <p:nvSpPr>
          <p:cNvPr id="331" name="Google Shape;331;p27"/>
          <p:cNvSpPr txBox="1">
            <a:spLocks noGrp="1"/>
          </p:cNvSpPr>
          <p:nvPr>
            <p:ph type="title"/>
          </p:nvPr>
        </p:nvSpPr>
        <p:spPr>
          <a:xfrm>
            <a:off x="457200" y="274638"/>
            <a:ext cx="8229600" cy="5635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b="1">
                <a:latin typeface="Times New Roman"/>
                <a:ea typeface="Times New Roman"/>
                <a:cs typeface="Times New Roman"/>
                <a:sym typeface="Times New Roman"/>
              </a:rPr>
              <a:t>Output Stream (Output Stream)</a:t>
            </a:r>
            <a:endParaRPr/>
          </a:p>
        </p:txBody>
      </p:sp>
      <p:pic>
        <p:nvPicPr>
          <p:cNvPr id="332" name="Google Shape;332;p27" descr="outputStreams"/>
          <p:cNvPicPr preferRelativeResize="0">
            <a:picLocks noGrp="1"/>
          </p:cNvPicPr>
          <p:nvPr>
            <p:ph type="body" idx="1"/>
          </p:nvPr>
        </p:nvPicPr>
        <p:blipFill rotWithShape="1">
          <a:blip r:embed="rId3">
            <a:alphaModFix/>
          </a:blip>
          <a:srcRect/>
          <a:stretch/>
        </p:blipFill>
        <p:spPr>
          <a:xfrm>
            <a:off x="1524000" y="1143000"/>
            <a:ext cx="6043613" cy="44005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28"/>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28</a:t>
            </a:fld>
            <a:endParaRPr/>
          </a:p>
        </p:txBody>
      </p:sp>
      <p:sp>
        <p:nvSpPr>
          <p:cNvPr id="338" name="Google Shape;338;p28"/>
          <p:cNvSpPr txBox="1">
            <a:spLocks noGrp="1"/>
          </p:cNvSpPr>
          <p:nvPr>
            <p:ph type="title"/>
          </p:nvPr>
        </p:nvSpPr>
        <p:spPr>
          <a:xfrm>
            <a:off x="457200" y="274638"/>
            <a:ext cx="8229600" cy="5635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a:latin typeface="Times New Roman"/>
                <a:ea typeface="Times New Roman"/>
                <a:cs typeface="Times New Roman"/>
                <a:sym typeface="Times New Roman"/>
              </a:rPr>
              <a:t>Writer (Character Output Stream)</a:t>
            </a:r>
            <a:endParaRPr/>
          </a:p>
        </p:txBody>
      </p:sp>
      <p:sp>
        <p:nvSpPr>
          <p:cNvPr id="339" name="Google Shape;339;p28"/>
          <p:cNvSpPr txBox="1">
            <a:spLocks noGrp="1"/>
          </p:cNvSpPr>
          <p:nvPr>
            <p:ph type="body" idx="1"/>
          </p:nvPr>
        </p:nvSpPr>
        <p:spPr>
          <a:xfrm>
            <a:off x="457200" y="914400"/>
            <a:ext cx="8534400" cy="50292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An abstract class.</a:t>
            </a:r>
            <a:endParaRPr/>
          </a:p>
          <a:p>
            <a:pPr marL="342900" lvl="0" indent="-342900" algn="l" rtl="0">
              <a:spcBef>
                <a:spcPts val="48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Implements </a:t>
            </a:r>
            <a:r>
              <a:rPr lang="en-US" sz="2400" b="1">
                <a:latin typeface="Times New Roman"/>
                <a:ea typeface="Times New Roman"/>
                <a:cs typeface="Times New Roman"/>
                <a:sym typeface="Times New Roman"/>
              </a:rPr>
              <a:t>Closeable</a:t>
            </a:r>
            <a:r>
              <a:rPr lang="en-US" sz="2400">
                <a:latin typeface="Times New Roman"/>
                <a:ea typeface="Times New Roman"/>
                <a:cs typeface="Times New Roman"/>
                <a:sym typeface="Times New Roman"/>
              </a:rPr>
              <a:t>, </a:t>
            </a:r>
            <a:r>
              <a:rPr lang="en-US" sz="2400" b="1">
                <a:latin typeface="Times New Roman"/>
                <a:ea typeface="Times New Roman"/>
                <a:cs typeface="Times New Roman"/>
                <a:sym typeface="Times New Roman"/>
              </a:rPr>
              <a:t>Flushable</a:t>
            </a:r>
            <a:r>
              <a:rPr lang="en-US" sz="2400">
                <a:latin typeface="Times New Roman"/>
                <a:ea typeface="Times New Roman"/>
                <a:cs typeface="Times New Roman"/>
                <a:sym typeface="Times New Roman"/>
              </a:rPr>
              <a:t> and </a:t>
            </a:r>
            <a:r>
              <a:rPr lang="en-US" sz="2400" b="1">
                <a:latin typeface="Times New Roman"/>
                <a:ea typeface="Times New Roman"/>
                <a:cs typeface="Times New Roman"/>
                <a:sym typeface="Times New Roman"/>
              </a:rPr>
              <a:t>Appendable</a:t>
            </a:r>
            <a:r>
              <a:rPr lang="en-US" sz="2400">
                <a:latin typeface="Times New Roman"/>
                <a:ea typeface="Times New Roman"/>
                <a:cs typeface="Times New Roman"/>
                <a:sym typeface="Times New Roman"/>
              </a:rPr>
              <a:t> interfaces.</a:t>
            </a:r>
            <a:endParaRPr/>
          </a:p>
          <a:p>
            <a:pPr marL="342900" lvl="0" indent="-342900" algn="l" rtl="0">
              <a:spcBef>
                <a:spcPts val="480"/>
              </a:spcBef>
              <a:spcAft>
                <a:spcPts val="0"/>
              </a:spcAft>
              <a:buClr>
                <a:schemeClr val="dk1"/>
              </a:buClr>
              <a:buSzPts val="2400"/>
              <a:buFont typeface="Noto Sans Symbols"/>
              <a:buNone/>
            </a:pPr>
            <a:r>
              <a:rPr lang="en-US" sz="2400" b="1" u="sng">
                <a:latin typeface="Times New Roman"/>
                <a:ea typeface="Times New Roman"/>
                <a:cs typeface="Times New Roman"/>
                <a:sym typeface="Times New Roman"/>
              </a:rPr>
              <a:t>Appendable Interface:</a:t>
            </a:r>
            <a:endParaRPr/>
          </a:p>
          <a:p>
            <a:pPr marL="342900" lvl="0" indent="-342900" algn="l" rtl="0">
              <a:spcBef>
                <a:spcPts val="48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Belongs to java.lang.</a:t>
            </a:r>
            <a:endParaRPr/>
          </a:p>
          <a:p>
            <a:pPr marL="342900" lvl="0" indent="-342900" algn="l" rtl="0">
              <a:spcBef>
                <a:spcPts val="48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Objects of a class that implements </a:t>
            </a:r>
            <a:r>
              <a:rPr lang="en-US" sz="2400" b="1">
                <a:latin typeface="Times New Roman"/>
                <a:ea typeface="Times New Roman"/>
                <a:cs typeface="Times New Roman"/>
                <a:sym typeface="Times New Roman"/>
              </a:rPr>
              <a:t>Appendable</a:t>
            </a:r>
            <a:r>
              <a:rPr lang="en-US" sz="2400">
                <a:latin typeface="Times New Roman"/>
                <a:ea typeface="Times New Roman"/>
                <a:cs typeface="Times New Roman"/>
                <a:sym typeface="Times New Roman"/>
              </a:rPr>
              <a:t> can have a character or character sequences appended to it.</a:t>
            </a:r>
            <a:endParaRPr/>
          </a:p>
          <a:p>
            <a:pPr marL="342900" lvl="0" indent="-342900" algn="l" rtl="0">
              <a:spcBef>
                <a:spcPts val="48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It defines;</a:t>
            </a:r>
            <a:endParaRPr/>
          </a:p>
          <a:p>
            <a:pPr marL="342900" lvl="0" indent="-342900" algn="l" rtl="0">
              <a:spcBef>
                <a:spcPts val="480"/>
              </a:spcBef>
              <a:spcAft>
                <a:spcPts val="0"/>
              </a:spcAft>
              <a:buClr>
                <a:schemeClr val="dk1"/>
              </a:buClr>
              <a:buSzPts val="2400"/>
              <a:buFont typeface="Noto Sans Symbols"/>
              <a:buNone/>
            </a:pPr>
            <a:r>
              <a:rPr lang="en-US" sz="2400">
                <a:latin typeface="Times New Roman"/>
                <a:ea typeface="Times New Roman"/>
                <a:cs typeface="Times New Roman"/>
                <a:sym typeface="Times New Roman"/>
              </a:rPr>
              <a:t>	1. Appendable append(char ch) throws IOException</a:t>
            </a:r>
            <a:endParaRPr/>
          </a:p>
          <a:p>
            <a:pPr marL="342900" lvl="0" indent="-342900" algn="l" rtl="0">
              <a:spcBef>
                <a:spcPts val="480"/>
              </a:spcBef>
              <a:spcAft>
                <a:spcPts val="0"/>
              </a:spcAft>
              <a:buClr>
                <a:schemeClr val="dk1"/>
              </a:buClr>
              <a:buSzPts val="2400"/>
              <a:buFont typeface="Noto Sans Symbols"/>
              <a:buNone/>
            </a:pPr>
            <a:r>
              <a:rPr lang="en-US" sz="2400">
                <a:latin typeface="Times New Roman"/>
                <a:ea typeface="Times New Roman"/>
                <a:cs typeface="Times New Roman"/>
                <a:sym typeface="Times New Roman"/>
              </a:rPr>
              <a:t>	2. Appendable append(CharSequence chars) throws IOException</a:t>
            </a:r>
            <a:endParaRPr/>
          </a:p>
          <a:p>
            <a:pPr marL="342900" lvl="0" indent="-342900" algn="l" rtl="0">
              <a:spcBef>
                <a:spcPts val="480"/>
              </a:spcBef>
              <a:spcAft>
                <a:spcPts val="0"/>
              </a:spcAft>
              <a:buClr>
                <a:schemeClr val="dk1"/>
              </a:buClr>
              <a:buSzPts val="2400"/>
              <a:buFont typeface="Noto Sans Symbols"/>
              <a:buNone/>
            </a:pPr>
            <a:r>
              <a:rPr lang="en-US" sz="2400">
                <a:latin typeface="Times New Roman"/>
                <a:ea typeface="Times New Roman"/>
                <a:cs typeface="Times New Roman"/>
                <a:sym typeface="Times New Roman"/>
              </a:rPr>
              <a:t>	3. Appendable append(CharSequence chars, int begin, int end) throws IOException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29"/>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29</a:t>
            </a:fld>
            <a:endParaRPr/>
          </a:p>
        </p:txBody>
      </p:sp>
      <p:sp>
        <p:nvSpPr>
          <p:cNvPr id="345" name="Google Shape;345;p29"/>
          <p:cNvSpPr txBox="1">
            <a:spLocks noGrp="1"/>
          </p:cNvSpPr>
          <p:nvPr>
            <p:ph type="title"/>
          </p:nvPr>
        </p:nvSpPr>
        <p:spPr>
          <a:xfrm>
            <a:off x="609600" y="-152400"/>
            <a:ext cx="78486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a:latin typeface="Times New Roman"/>
                <a:ea typeface="Times New Roman"/>
                <a:cs typeface="Times New Roman"/>
                <a:sym typeface="Times New Roman"/>
              </a:rPr>
              <a:t>Useful Methods of Writer</a:t>
            </a:r>
            <a:endParaRPr/>
          </a:p>
        </p:txBody>
      </p:sp>
      <p:sp>
        <p:nvSpPr>
          <p:cNvPr id="346" name="Google Shape;346;p29"/>
          <p:cNvSpPr txBox="1">
            <a:spLocks noGrp="1"/>
          </p:cNvSpPr>
          <p:nvPr>
            <p:ph type="body" idx="1"/>
          </p:nvPr>
        </p:nvSpPr>
        <p:spPr>
          <a:xfrm>
            <a:off x="304800" y="1066800"/>
            <a:ext cx="8382000" cy="45720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000"/>
              <a:buFont typeface="Noto Sans Symbols"/>
              <a:buChar char="✔"/>
            </a:pPr>
            <a:r>
              <a:rPr lang="en-US" sz="2000">
                <a:latin typeface="Times New Roman"/>
                <a:ea typeface="Times New Roman"/>
                <a:cs typeface="Times New Roman"/>
                <a:sym typeface="Times New Roman"/>
              </a:rPr>
              <a:t>void close()--- closes the output stream.</a:t>
            </a:r>
            <a:endParaRPr/>
          </a:p>
          <a:p>
            <a:pPr marL="342900" lvl="0" indent="-342900" algn="l" rtl="0">
              <a:spcBef>
                <a:spcPts val="400"/>
              </a:spcBef>
              <a:spcAft>
                <a:spcPts val="0"/>
              </a:spcAft>
              <a:buClr>
                <a:schemeClr val="dk1"/>
              </a:buClr>
              <a:buSzPts val="2000"/>
              <a:buFont typeface="Noto Sans Symbols"/>
              <a:buChar char="✔"/>
            </a:pPr>
            <a:r>
              <a:rPr lang="en-US" sz="2000">
                <a:latin typeface="Times New Roman"/>
                <a:ea typeface="Times New Roman"/>
                <a:cs typeface="Times New Roman"/>
                <a:sym typeface="Times New Roman"/>
              </a:rPr>
              <a:t>void flush()--- it flushes the output buffers.</a:t>
            </a:r>
            <a:endParaRPr/>
          </a:p>
          <a:p>
            <a:pPr marL="342900" lvl="0" indent="-342900" algn="l" rtl="0">
              <a:spcBef>
                <a:spcPts val="400"/>
              </a:spcBef>
              <a:spcAft>
                <a:spcPts val="0"/>
              </a:spcAft>
              <a:buClr>
                <a:schemeClr val="dk1"/>
              </a:buClr>
              <a:buSzPts val="2000"/>
              <a:buFont typeface="Noto Sans Symbols"/>
              <a:buChar char="✔"/>
            </a:pPr>
            <a:r>
              <a:rPr lang="en-US" sz="2000">
                <a:latin typeface="Times New Roman"/>
                <a:ea typeface="Times New Roman"/>
                <a:cs typeface="Times New Roman"/>
                <a:sym typeface="Times New Roman"/>
              </a:rPr>
              <a:t>void write( int b) --- writes a single character to an output stream.</a:t>
            </a:r>
            <a:endParaRPr/>
          </a:p>
          <a:p>
            <a:pPr marL="342900" lvl="0" indent="-342900" algn="l" rtl="0">
              <a:spcBef>
                <a:spcPts val="400"/>
              </a:spcBef>
              <a:spcAft>
                <a:spcPts val="0"/>
              </a:spcAft>
              <a:buClr>
                <a:schemeClr val="dk1"/>
              </a:buClr>
              <a:buSzPts val="2000"/>
              <a:buFont typeface="Noto Sans Symbols"/>
              <a:buChar char="✔"/>
            </a:pPr>
            <a:r>
              <a:rPr lang="en-US" sz="2000">
                <a:latin typeface="Times New Roman"/>
                <a:ea typeface="Times New Roman"/>
                <a:cs typeface="Times New Roman"/>
                <a:sym typeface="Times New Roman"/>
              </a:rPr>
              <a:t>void write ( char buff[]) --- writes a complete array of characters to an output stream.</a:t>
            </a:r>
            <a:endParaRPr/>
          </a:p>
          <a:p>
            <a:pPr marL="342900" lvl="0" indent="-342900" algn="l" rtl="0">
              <a:spcBef>
                <a:spcPts val="400"/>
              </a:spcBef>
              <a:spcAft>
                <a:spcPts val="0"/>
              </a:spcAft>
              <a:buClr>
                <a:schemeClr val="dk1"/>
              </a:buClr>
              <a:buSzPts val="2000"/>
              <a:buFont typeface="Noto Sans Symbols"/>
              <a:buChar char="✔"/>
            </a:pPr>
            <a:r>
              <a:rPr lang="en-US" sz="2000">
                <a:latin typeface="Times New Roman"/>
                <a:ea typeface="Times New Roman"/>
                <a:cs typeface="Times New Roman"/>
                <a:sym typeface="Times New Roman"/>
              </a:rPr>
              <a:t>void write ( char buff[], int offset, int numbytes) --- writes the </a:t>
            </a:r>
            <a:r>
              <a:rPr lang="en-US" sz="2000" i="1">
                <a:latin typeface="Times New Roman"/>
                <a:ea typeface="Times New Roman"/>
                <a:cs typeface="Times New Roman"/>
                <a:sym typeface="Times New Roman"/>
              </a:rPr>
              <a:t>numbytes</a:t>
            </a:r>
            <a:r>
              <a:rPr lang="en-US" sz="2000">
                <a:latin typeface="Times New Roman"/>
                <a:ea typeface="Times New Roman"/>
                <a:cs typeface="Times New Roman"/>
                <a:sym typeface="Times New Roman"/>
              </a:rPr>
              <a:t> characters from the array </a:t>
            </a:r>
            <a:r>
              <a:rPr lang="en-US" sz="2000" i="1">
                <a:latin typeface="Times New Roman"/>
                <a:ea typeface="Times New Roman"/>
                <a:cs typeface="Times New Roman"/>
                <a:sym typeface="Times New Roman"/>
              </a:rPr>
              <a:t>buff</a:t>
            </a:r>
            <a:r>
              <a:rPr lang="en-US" sz="2000">
                <a:latin typeface="Times New Roman"/>
                <a:ea typeface="Times New Roman"/>
                <a:cs typeface="Times New Roman"/>
                <a:sym typeface="Times New Roman"/>
              </a:rPr>
              <a:t> beginning at </a:t>
            </a:r>
            <a:r>
              <a:rPr lang="en-US" sz="2000" i="1">
                <a:latin typeface="Times New Roman"/>
                <a:ea typeface="Times New Roman"/>
                <a:cs typeface="Times New Roman"/>
                <a:sym typeface="Times New Roman"/>
              </a:rPr>
              <a:t>buff [offset].  </a:t>
            </a:r>
            <a:endParaRPr/>
          </a:p>
          <a:p>
            <a:pPr marL="342900" lvl="0" indent="-342900" algn="l" rtl="0">
              <a:spcBef>
                <a:spcPts val="400"/>
              </a:spcBef>
              <a:spcAft>
                <a:spcPts val="0"/>
              </a:spcAft>
              <a:buClr>
                <a:schemeClr val="dk1"/>
              </a:buClr>
              <a:buSzPts val="2000"/>
              <a:buFont typeface="Noto Sans Symbols"/>
              <a:buChar char="✔"/>
            </a:pPr>
            <a:r>
              <a:rPr lang="en-US" sz="2000">
                <a:latin typeface="Times New Roman"/>
                <a:ea typeface="Times New Roman"/>
                <a:cs typeface="Times New Roman"/>
                <a:sym typeface="Times New Roman"/>
              </a:rPr>
              <a:t>void write (String str)--- Writes str to the invoking output stream.</a:t>
            </a:r>
            <a:endParaRPr/>
          </a:p>
          <a:p>
            <a:pPr marL="342900" lvl="0" indent="-342900" algn="l" rtl="0">
              <a:spcBef>
                <a:spcPts val="400"/>
              </a:spcBef>
              <a:spcAft>
                <a:spcPts val="0"/>
              </a:spcAft>
              <a:buClr>
                <a:schemeClr val="dk1"/>
              </a:buClr>
              <a:buSzPts val="2000"/>
              <a:buFont typeface="Noto Sans Symbols"/>
              <a:buChar char="✔"/>
            </a:pPr>
            <a:r>
              <a:rPr lang="en-US" sz="2000">
                <a:latin typeface="Times New Roman"/>
                <a:ea typeface="Times New Roman"/>
                <a:cs typeface="Times New Roman"/>
                <a:sym typeface="Times New Roman"/>
              </a:rPr>
              <a:t>Writer append (char ch)– Appends ch to the end of the output stream</a:t>
            </a:r>
            <a:endParaRPr/>
          </a:p>
          <a:p>
            <a:pPr marL="342900" lvl="0" indent="-342900" algn="l" rtl="0">
              <a:spcBef>
                <a:spcPts val="400"/>
              </a:spcBef>
              <a:spcAft>
                <a:spcPts val="0"/>
              </a:spcAft>
              <a:buClr>
                <a:schemeClr val="dk1"/>
              </a:buClr>
              <a:buSzPts val="2000"/>
              <a:buFont typeface="Noto Sans Symbols"/>
              <a:buChar char="✔"/>
            </a:pPr>
            <a:r>
              <a:rPr lang="en-US" sz="2000">
                <a:latin typeface="Times New Roman"/>
                <a:ea typeface="Times New Roman"/>
                <a:cs typeface="Times New Roman"/>
                <a:sym typeface="Times New Roman"/>
              </a:rPr>
              <a:t>Writer append (CharSequence ch)– Appends ch to the end of the output stream.</a:t>
            </a:r>
            <a:endParaRPr/>
          </a:p>
          <a:p>
            <a:pPr marL="342900" lvl="0" indent="-342900" algn="l" rtl="0">
              <a:spcBef>
                <a:spcPts val="400"/>
              </a:spcBef>
              <a:spcAft>
                <a:spcPts val="0"/>
              </a:spcAft>
              <a:buClr>
                <a:schemeClr val="dk1"/>
              </a:buClr>
              <a:buSzPts val="2000"/>
              <a:buFont typeface="Arial"/>
              <a:buNone/>
            </a:pPr>
            <a:endParaRPr sz="20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30"/>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30</a:t>
            </a:fld>
            <a:endParaRPr/>
          </a:p>
        </p:txBody>
      </p:sp>
      <p:sp>
        <p:nvSpPr>
          <p:cNvPr id="352" name="Google Shape;352;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a:latin typeface="Times New Roman"/>
                <a:ea typeface="Times New Roman"/>
                <a:cs typeface="Times New Roman"/>
                <a:sym typeface="Times New Roman"/>
              </a:rPr>
              <a:t>File Class</a:t>
            </a:r>
            <a:endParaRPr/>
          </a:p>
        </p:txBody>
      </p:sp>
      <p:sp>
        <p:nvSpPr>
          <p:cNvPr id="353" name="Google Shape;353;p30"/>
          <p:cNvSpPr txBox="1">
            <a:spLocks noGrp="1"/>
          </p:cNvSpPr>
          <p:nvPr>
            <p:ph type="body" idx="1"/>
          </p:nvPr>
        </p:nvSpPr>
        <p:spPr>
          <a:xfrm>
            <a:off x="304800" y="1600200"/>
            <a:ext cx="8382000" cy="48768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Belongs to java.io.</a:t>
            </a:r>
            <a:endParaRPr/>
          </a:p>
          <a:p>
            <a:pPr marL="342900" lvl="0" indent="-342900" algn="l" rtl="0">
              <a:lnSpc>
                <a:spcPct val="150000"/>
              </a:lnSpc>
              <a:spcBef>
                <a:spcPts val="56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It is used to obtain or manipulate the information associated with a disk file.</a:t>
            </a:r>
            <a:endParaRPr/>
          </a:p>
          <a:p>
            <a:pPr marL="342900" lvl="0" indent="-342900" algn="l" rtl="0">
              <a:lnSpc>
                <a:spcPct val="150000"/>
              </a:lnSpc>
              <a:spcBef>
                <a:spcPts val="56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A directory in java is treated simply as a </a:t>
            </a:r>
            <a:r>
              <a:rPr lang="en-US" sz="2800" b="1">
                <a:latin typeface="Times New Roman"/>
                <a:ea typeface="Times New Roman"/>
                <a:cs typeface="Times New Roman"/>
                <a:sym typeface="Times New Roman"/>
              </a:rPr>
              <a:t>File</a:t>
            </a:r>
            <a:r>
              <a:rPr lang="en-US" sz="2800">
                <a:latin typeface="Times New Roman"/>
                <a:ea typeface="Times New Roman"/>
                <a:cs typeface="Times New Roman"/>
                <a:sym typeface="Times New Roman"/>
              </a:rPr>
              <a:t> object with one additional property- a list of file name can be examined by the </a:t>
            </a:r>
            <a:r>
              <a:rPr lang="en-US" sz="2800" b="1">
                <a:latin typeface="Times New Roman"/>
                <a:ea typeface="Times New Roman"/>
                <a:cs typeface="Times New Roman"/>
                <a:sym typeface="Times New Roman"/>
              </a:rPr>
              <a:t>list()</a:t>
            </a:r>
            <a:r>
              <a:rPr lang="en-US" sz="2800">
                <a:latin typeface="Times New Roman"/>
                <a:ea typeface="Times New Roman"/>
                <a:cs typeface="Times New Roman"/>
                <a:sym typeface="Times New Roman"/>
              </a:rPr>
              <a:t> method.</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31"/>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31</a:t>
            </a:fld>
            <a:endParaRPr/>
          </a:p>
        </p:txBody>
      </p:sp>
      <p:sp>
        <p:nvSpPr>
          <p:cNvPr id="359" name="Google Shape;359;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Constructors of File Class</a:t>
            </a:r>
            <a:endParaRPr/>
          </a:p>
        </p:txBody>
      </p:sp>
      <p:sp>
        <p:nvSpPr>
          <p:cNvPr id="360" name="Google Shape;360;p3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533400" lvl="0" indent="-533400" algn="l" rtl="0">
              <a:spcBef>
                <a:spcPts val="0"/>
              </a:spcBef>
              <a:spcAft>
                <a:spcPts val="0"/>
              </a:spcAft>
              <a:buClr>
                <a:schemeClr val="dk1"/>
              </a:buClr>
              <a:buSzPts val="2800"/>
              <a:buFont typeface="Noto Sans Symbols"/>
              <a:buAutoNum type="arabicPeriod"/>
            </a:pPr>
            <a:r>
              <a:rPr lang="en-US" sz="2800">
                <a:latin typeface="Times New Roman"/>
                <a:ea typeface="Times New Roman"/>
                <a:cs typeface="Times New Roman"/>
                <a:sym typeface="Times New Roman"/>
              </a:rPr>
              <a:t>File (String </a:t>
            </a:r>
            <a:r>
              <a:rPr lang="en-US" sz="2800" i="1">
                <a:latin typeface="Times New Roman"/>
                <a:ea typeface="Times New Roman"/>
                <a:cs typeface="Times New Roman"/>
                <a:sym typeface="Times New Roman"/>
              </a:rPr>
              <a:t>directoryPath</a:t>
            </a:r>
            <a:r>
              <a:rPr lang="en-US" sz="2800">
                <a:latin typeface="Times New Roman"/>
                <a:ea typeface="Times New Roman"/>
                <a:cs typeface="Times New Roman"/>
                <a:sym typeface="Times New Roman"/>
              </a:rPr>
              <a:t>)</a:t>
            </a:r>
            <a:endParaRPr/>
          </a:p>
          <a:p>
            <a:pPr marL="533400" lvl="0" indent="-533400" algn="l" rtl="0">
              <a:spcBef>
                <a:spcPts val="560"/>
              </a:spcBef>
              <a:spcAft>
                <a:spcPts val="0"/>
              </a:spcAft>
              <a:buClr>
                <a:schemeClr val="dk1"/>
              </a:buClr>
              <a:buSzPts val="2800"/>
              <a:buFont typeface="Noto Sans Symbols"/>
              <a:buNone/>
            </a:pPr>
            <a:r>
              <a:rPr lang="en-US" sz="2800">
                <a:latin typeface="Times New Roman"/>
                <a:ea typeface="Times New Roman"/>
                <a:cs typeface="Times New Roman"/>
                <a:sym typeface="Times New Roman"/>
              </a:rPr>
              <a:t>	</a:t>
            </a:r>
            <a:r>
              <a:rPr lang="en-US" sz="2800" u="sng">
                <a:latin typeface="Times New Roman"/>
                <a:ea typeface="Times New Roman"/>
                <a:cs typeface="Times New Roman"/>
                <a:sym typeface="Times New Roman"/>
              </a:rPr>
              <a:t>Example:</a:t>
            </a:r>
            <a:endParaRPr/>
          </a:p>
          <a:p>
            <a:pPr marL="533400" lvl="0" indent="-533400" algn="l" rtl="0">
              <a:spcBef>
                <a:spcPts val="560"/>
              </a:spcBef>
              <a:spcAft>
                <a:spcPts val="0"/>
              </a:spcAft>
              <a:buClr>
                <a:schemeClr val="dk1"/>
              </a:buClr>
              <a:buSzPts val="2800"/>
              <a:buFont typeface="Noto Sans Symbols"/>
              <a:buNone/>
            </a:pPr>
            <a:r>
              <a:rPr lang="en-US" sz="2800">
                <a:latin typeface="Times New Roman"/>
                <a:ea typeface="Times New Roman"/>
                <a:cs typeface="Times New Roman"/>
                <a:sym typeface="Times New Roman"/>
              </a:rPr>
              <a:t>	File f1 = new File(“/java”);</a:t>
            </a:r>
            <a:endParaRPr/>
          </a:p>
          <a:p>
            <a:pPr marL="533400" lvl="0" indent="-533400" algn="l" rtl="0">
              <a:spcBef>
                <a:spcPts val="560"/>
              </a:spcBef>
              <a:spcAft>
                <a:spcPts val="0"/>
              </a:spcAft>
              <a:buClr>
                <a:schemeClr val="dk1"/>
              </a:buClr>
              <a:buSzPts val="2800"/>
              <a:buFont typeface="Noto Sans Symbols"/>
              <a:buAutoNum type="arabicPeriod" startAt="2"/>
            </a:pPr>
            <a:r>
              <a:rPr lang="en-US" sz="2800">
                <a:latin typeface="Times New Roman"/>
                <a:ea typeface="Times New Roman"/>
                <a:cs typeface="Times New Roman"/>
                <a:sym typeface="Times New Roman"/>
              </a:rPr>
              <a:t>File (String </a:t>
            </a:r>
            <a:r>
              <a:rPr lang="en-US" sz="2800" i="1">
                <a:latin typeface="Times New Roman"/>
                <a:ea typeface="Times New Roman"/>
                <a:cs typeface="Times New Roman"/>
                <a:sym typeface="Times New Roman"/>
              </a:rPr>
              <a:t>directoryPath</a:t>
            </a:r>
            <a:r>
              <a:rPr lang="en-US" sz="2800">
                <a:latin typeface="Times New Roman"/>
                <a:ea typeface="Times New Roman"/>
                <a:cs typeface="Times New Roman"/>
                <a:sym typeface="Times New Roman"/>
              </a:rPr>
              <a:t>, String </a:t>
            </a:r>
            <a:r>
              <a:rPr lang="en-US" sz="2800" i="1">
                <a:latin typeface="Times New Roman"/>
                <a:ea typeface="Times New Roman"/>
                <a:cs typeface="Times New Roman"/>
                <a:sym typeface="Times New Roman"/>
              </a:rPr>
              <a:t>filename</a:t>
            </a:r>
            <a:r>
              <a:rPr lang="en-US" sz="2800">
                <a:latin typeface="Times New Roman"/>
                <a:ea typeface="Times New Roman"/>
                <a:cs typeface="Times New Roman"/>
                <a:sym typeface="Times New Roman"/>
              </a:rPr>
              <a:t>)</a:t>
            </a:r>
            <a:endParaRPr/>
          </a:p>
          <a:p>
            <a:pPr marL="533400" lvl="0" indent="-533400" algn="l" rtl="0">
              <a:spcBef>
                <a:spcPts val="560"/>
              </a:spcBef>
              <a:spcAft>
                <a:spcPts val="0"/>
              </a:spcAft>
              <a:buClr>
                <a:schemeClr val="dk1"/>
              </a:buClr>
              <a:buSzPts val="2800"/>
              <a:buFont typeface="Noto Sans Symbols"/>
              <a:buNone/>
            </a:pPr>
            <a:r>
              <a:rPr lang="en-US" sz="2800">
                <a:latin typeface="Times New Roman"/>
                <a:ea typeface="Times New Roman"/>
                <a:cs typeface="Times New Roman"/>
                <a:sym typeface="Times New Roman"/>
              </a:rPr>
              <a:t>	</a:t>
            </a:r>
            <a:r>
              <a:rPr lang="en-US" sz="2800" u="sng">
                <a:latin typeface="Times New Roman"/>
                <a:ea typeface="Times New Roman"/>
                <a:cs typeface="Times New Roman"/>
                <a:sym typeface="Times New Roman"/>
              </a:rPr>
              <a:t>Example:</a:t>
            </a:r>
            <a:endParaRPr/>
          </a:p>
          <a:p>
            <a:pPr marL="533400" lvl="0" indent="-533400" algn="l" rtl="0">
              <a:spcBef>
                <a:spcPts val="560"/>
              </a:spcBef>
              <a:spcAft>
                <a:spcPts val="0"/>
              </a:spcAft>
              <a:buClr>
                <a:schemeClr val="dk1"/>
              </a:buClr>
              <a:buSzPts val="2800"/>
              <a:buFont typeface="Noto Sans Symbols"/>
              <a:buNone/>
            </a:pPr>
            <a:r>
              <a:rPr lang="en-US" sz="2800">
                <a:latin typeface="Times New Roman"/>
                <a:ea typeface="Times New Roman"/>
                <a:cs typeface="Times New Roman"/>
                <a:sym typeface="Times New Roman"/>
              </a:rPr>
              <a:t>	File f2 = new File(“/java”, “image.java”);</a:t>
            </a:r>
            <a:endParaRPr/>
          </a:p>
          <a:p>
            <a:pPr marL="533400" lvl="0" indent="-533400" algn="l" rtl="0">
              <a:spcBef>
                <a:spcPts val="560"/>
              </a:spcBef>
              <a:spcAft>
                <a:spcPts val="0"/>
              </a:spcAft>
              <a:buClr>
                <a:schemeClr val="dk1"/>
              </a:buClr>
              <a:buSzPts val="2800"/>
              <a:buFont typeface="Noto Sans Symbols"/>
              <a:buAutoNum type="arabicPeriod" startAt="3"/>
            </a:pPr>
            <a:r>
              <a:rPr lang="en-US" sz="2800">
                <a:latin typeface="Times New Roman"/>
                <a:ea typeface="Times New Roman"/>
                <a:cs typeface="Times New Roman"/>
                <a:sym typeface="Times New Roman"/>
              </a:rPr>
              <a:t>File (File </a:t>
            </a:r>
            <a:r>
              <a:rPr lang="en-US" sz="2800" i="1">
                <a:latin typeface="Times New Roman"/>
                <a:ea typeface="Times New Roman"/>
                <a:cs typeface="Times New Roman"/>
                <a:sym typeface="Times New Roman"/>
              </a:rPr>
              <a:t>dirObj</a:t>
            </a:r>
            <a:r>
              <a:rPr lang="en-US" sz="2800">
                <a:latin typeface="Times New Roman"/>
                <a:ea typeface="Times New Roman"/>
                <a:cs typeface="Times New Roman"/>
                <a:sym typeface="Times New Roman"/>
              </a:rPr>
              <a:t>, String </a:t>
            </a:r>
            <a:r>
              <a:rPr lang="en-US" sz="2800" i="1">
                <a:latin typeface="Times New Roman"/>
                <a:ea typeface="Times New Roman"/>
                <a:cs typeface="Times New Roman"/>
                <a:sym typeface="Times New Roman"/>
              </a:rPr>
              <a:t>filename</a:t>
            </a:r>
            <a:r>
              <a:rPr lang="en-US" sz="2800">
                <a:latin typeface="Times New Roman"/>
                <a:ea typeface="Times New Roman"/>
                <a:cs typeface="Times New Roman"/>
                <a:sym typeface="Times New Roman"/>
              </a:rPr>
              <a:t>) </a:t>
            </a:r>
            <a:endParaRPr/>
          </a:p>
          <a:p>
            <a:pPr marL="533400" lvl="0" indent="-533400" algn="l" rtl="0">
              <a:spcBef>
                <a:spcPts val="560"/>
              </a:spcBef>
              <a:spcAft>
                <a:spcPts val="0"/>
              </a:spcAft>
              <a:buClr>
                <a:schemeClr val="dk1"/>
              </a:buClr>
              <a:buSzPts val="2800"/>
              <a:buFont typeface="Noto Sans Symbols"/>
              <a:buNone/>
            </a:pPr>
            <a:r>
              <a:rPr lang="en-US" sz="2800">
                <a:latin typeface="Times New Roman"/>
                <a:ea typeface="Times New Roman"/>
                <a:cs typeface="Times New Roman"/>
                <a:sym typeface="Times New Roman"/>
              </a:rPr>
              <a:t>	</a:t>
            </a:r>
            <a:r>
              <a:rPr lang="en-US" sz="2800" u="sng">
                <a:latin typeface="Times New Roman"/>
                <a:ea typeface="Times New Roman"/>
                <a:cs typeface="Times New Roman"/>
                <a:sym typeface="Times New Roman"/>
              </a:rPr>
              <a:t>Example:</a:t>
            </a:r>
            <a:endParaRPr/>
          </a:p>
          <a:p>
            <a:pPr marL="533400" lvl="0" indent="-533400" algn="l" rtl="0">
              <a:spcBef>
                <a:spcPts val="560"/>
              </a:spcBef>
              <a:spcAft>
                <a:spcPts val="0"/>
              </a:spcAft>
              <a:buClr>
                <a:schemeClr val="dk1"/>
              </a:buClr>
              <a:buSzPts val="2800"/>
              <a:buFont typeface="Noto Sans Symbols"/>
              <a:buNone/>
            </a:pPr>
            <a:r>
              <a:rPr lang="en-US" sz="2800">
                <a:latin typeface="Times New Roman"/>
                <a:ea typeface="Times New Roman"/>
                <a:cs typeface="Times New Roman"/>
                <a:sym typeface="Times New Roman"/>
              </a:rPr>
              <a:t>	File f3 = new File(f1, “image.java”);</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32"/>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32</a:t>
            </a:fld>
            <a:endParaRPr/>
          </a:p>
        </p:txBody>
      </p:sp>
      <p:sp>
        <p:nvSpPr>
          <p:cNvPr id="366" name="Google Shape;366;p32"/>
          <p:cNvSpPr txBox="1">
            <a:spLocks noGrp="1"/>
          </p:cNvSpPr>
          <p:nvPr>
            <p:ph type="title"/>
          </p:nvPr>
        </p:nvSpPr>
        <p:spPr>
          <a:xfrm>
            <a:off x="0" y="277813"/>
            <a:ext cx="91440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4000">
                <a:latin typeface="Times New Roman"/>
                <a:ea typeface="Times New Roman"/>
                <a:cs typeface="Times New Roman"/>
                <a:sym typeface="Times New Roman"/>
              </a:rPr>
              <a:t>Example: Obtaining Standard Properties of a File Object</a:t>
            </a:r>
            <a:endParaRPr/>
          </a:p>
        </p:txBody>
      </p:sp>
      <p:sp>
        <p:nvSpPr>
          <p:cNvPr id="367" name="Google Shape;367;p32"/>
          <p:cNvSpPr txBox="1">
            <a:spLocks noGrp="1"/>
          </p:cNvSpPr>
          <p:nvPr>
            <p:ph type="body" idx="1"/>
          </p:nvPr>
        </p:nvSpPr>
        <p:spPr>
          <a:xfrm>
            <a:off x="0" y="1600200"/>
            <a:ext cx="8686800" cy="5257800"/>
          </a:xfrm>
          <a:prstGeom prst="rect">
            <a:avLst/>
          </a:prstGeom>
          <a:noFill/>
          <a:ln>
            <a:noFill/>
          </a:ln>
        </p:spPr>
        <p:txBody>
          <a:bodyPr spcFirstLastPara="1" wrap="square" lIns="91425" tIns="45700" rIns="91425" bIns="45700" anchor="t" anchorCtr="0">
            <a:noAutofit/>
          </a:bodyPr>
          <a:lstStyle/>
          <a:p>
            <a:pPr marL="342900" lvl="0" indent="-342900" algn="l" rtl="0">
              <a:lnSpc>
                <a:spcPct val="80000"/>
              </a:lnSpc>
              <a:spcBef>
                <a:spcPts val="0"/>
              </a:spcBef>
              <a:spcAft>
                <a:spcPts val="0"/>
              </a:spcAft>
              <a:buClr>
                <a:schemeClr val="dk1"/>
              </a:buClr>
              <a:buSzPts val="2000"/>
              <a:buFont typeface="Times New Roman"/>
              <a:buNone/>
            </a:pPr>
            <a:r>
              <a:rPr lang="en-US" sz="2000" b="1">
                <a:latin typeface="Times New Roman"/>
                <a:ea typeface="Times New Roman"/>
                <a:cs typeface="Times New Roman"/>
                <a:sym typeface="Times New Roman"/>
              </a:rPr>
              <a:t>import java.io.*;</a:t>
            </a:r>
            <a:endParaRPr/>
          </a:p>
          <a:p>
            <a:pPr marL="342900" lvl="0" indent="-215900" algn="l" rtl="0">
              <a:lnSpc>
                <a:spcPct val="80000"/>
              </a:lnSpc>
              <a:spcBef>
                <a:spcPts val="400"/>
              </a:spcBef>
              <a:spcAft>
                <a:spcPts val="0"/>
              </a:spcAft>
              <a:buClr>
                <a:schemeClr val="dk1"/>
              </a:buClr>
              <a:buSzPts val="2000"/>
              <a:buFont typeface="Arial"/>
              <a:buNone/>
            </a:pPr>
            <a:endParaRPr sz="2000" b="1">
              <a:latin typeface="Times New Roman"/>
              <a:ea typeface="Times New Roman"/>
              <a:cs typeface="Times New Roman"/>
              <a:sym typeface="Times New Roman"/>
            </a:endParaRPr>
          </a:p>
          <a:p>
            <a:pPr marL="342900" lvl="0" indent="-342900" algn="l" rtl="0">
              <a:lnSpc>
                <a:spcPct val="80000"/>
              </a:lnSpc>
              <a:spcBef>
                <a:spcPts val="400"/>
              </a:spcBef>
              <a:spcAft>
                <a:spcPts val="0"/>
              </a:spcAft>
              <a:buClr>
                <a:schemeClr val="dk1"/>
              </a:buClr>
              <a:buSzPts val="2000"/>
              <a:buFont typeface="Times New Roman"/>
              <a:buNone/>
            </a:pPr>
            <a:r>
              <a:rPr lang="en-US" sz="2000" b="1">
                <a:latin typeface="Times New Roman"/>
                <a:ea typeface="Times New Roman"/>
                <a:cs typeface="Times New Roman"/>
                <a:sym typeface="Times New Roman"/>
              </a:rPr>
              <a:t>class file_tst</a:t>
            </a:r>
            <a:endParaRPr/>
          </a:p>
          <a:p>
            <a:pPr marL="342900" lvl="0" indent="-342900" algn="l" rtl="0">
              <a:lnSpc>
                <a:spcPct val="80000"/>
              </a:lnSpc>
              <a:spcBef>
                <a:spcPts val="400"/>
              </a:spcBef>
              <a:spcAft>
                <a:spcPts val="0"/>
              </a:spcAft>
              <a:buClr>
                <a:schemeClr val="dk1"/>
              </a:buClr>
              <a:buSzPts val="2000"/>
              <a:buFont typeface="Times New Roman"/>
              <a:buNone/>
            </a:pPr>
            <a:r>
              <a:rPr lang="en-US" sz="2000" b="1">
                <a:latin typeface="Times New Roman"/>
                <a:ea typeface="Times New Roman"/>
                <a:cs typeface="Times New Roman"/>
                <a:sym typeface="Times New Roman"/>
              </a:rPr>
              <a:t>{</a:t>
            </a:r>
            <a:endParaRPr/>
          </a:p>
          <a:p>
            <a:pPr marL="342900" lvl="0" indent="-342900" algn="l" rtl="0">
              <a:lnSpc>
                <a:spcPct val="80000"/>
              </a:lnSpc>
              <a:spcBef>
                <a:spcPts val="400"/>
              </a:spcBef>
              <a:spcAft>
                <a:spcPts val="0"/>
              </a:spcAft>
              <a:buClr>
                <a:schemeClr val="dk1"/>
              </a:buClr>
              <a:buSzPts val="2000"/>
              <a:buFont typeface="Times New Roman"/>
              <a:buNone/>
            </a:pPr>
            <a:r>
              <a:rPr lang="en-US" sz="2000" b="1">
                <a:latin typeface="Times New Roman"/>
                <a:ea typeface="Times New Roman"/>
                <a:cs typeface="Times New Roman"/>
                <a:sym typeface="Times New Roman"/>
              </a:rPr>
              <a:t>        public static void main(String args[])</a:t>
            </a:r>
            <a:endParaRPr/>
          </a:p>
          <a:p>
            <a:pPr marL="342900" lvl="0" indent="-342900" algn="l" rtl="0">
              <a:lnSpc>
                <a:spcPct val="80000"/>
              </a:lnSpc>
              <a:spcBef>
                <a:spcPts val="400"/>
              </a:spcBef>
              <a:spcAft>
                <a:spcPts val="0"/>
              </a:spcAft>
              <a:buClr>
                <a:schemeClr val="dk1"/>
              </a:buClr>
              <a:buSzPts val="2000"/>
              <a:buFont typeface="Times New Roman"/>
              <a:buNone/>
            </a:pPr>
            <a:r>
              <a:rPr lang="en-US" sz="2000" b="1">
                <a:latin typeface="Times New Roman"/>
                <a:ea typeface="Times New Roman"/>
                <a:cs typeface="Times New Roman"/>
                <a:sym typeface="Times New Roman"/>
              </a:rPr>
              <a:t>        {</a:t>
            </a:r>
            <a:endParaRPr/>
          </a:p>
          <a:p>
            <a:pPr marL="342900" lvl="0" indent="-342900" algn="l" rtl="0">
              <a:lnSpc>
                <a:spcPct val="80000"/>
              </a:lnSpc>
              <a:spcBef>
                <a:spcPts val="400"/>
              </a:spcBef>
              <a:spcAft>
                <a:spcPts val="0"/>
              </a:spcAft>
              <a:buClr>
                <a:schemeClr val="dk1"/>
              </a:buClr>
              <a:buSzPts val="2000"/>
              <a:buFont typeface="Times New Roman"/>
              <a:buNone/>
            </a:pPr>
            <a:r>
              <a:rPr lang="en-US" sz="2000" b="1">
                <a:latin typeface="Times New Roman"/>
                <a:ea typeface="Times New Roman"/>
                <a:cs typeface="Times New Roman"/>
                <a:sym typeface="Times New Roman"/>
              </a:rPr>
              <a:t>                File f1 = new File(“/tmp/test");</a:t>
            </a:r>
            <a:endParaRPr/>
          </a:p>
          <a:p>
            <a:pPr marL="342900" lvl="0" indent="-342900" algn="l" rtl="0">
              <a:lnSpc>
                <a:spcPct val="80000"/>
              </a:lnSpc>
              <a:spcBef>
                <a:spcPts val="400"/>
              </a:spcBef>
              <a:spcAft>
                <a:spcPts val="0"/>
              </a:spcAft>
              <a:buClr>
                <a:schemeClr val="dk1"/>
              </a:buClr>
              <a:buSzPts val="2000"/>
              <a:buFont typeface="Times New Roman"/>
              <a:buNone/>
            </a:pPr>
            <a:r>
              <a:rPr lang="en-US" sz="2000" b="1">
                <a:latin typeface="Times New Roman"/>
                <a:ea typeface="Times New Roman"/>
                <a:cs typeface="Times New Roman"/>
                <a:sym typeface="Times New Roman"/>
              </a:rPr>
              <a:t>                System.out.println("file name: "+f1.getName());</a:t>
            </a:r>
            <a:endParaRPr/>
          </a:p>
          <a:p>
            <a:pPr marL="342900" lvl="0" indent="-342900" algn="l" rtl="0">
              <a:lnSpc>
                <a:spcPct val="80000"/>
              </a:lnSpc>
              <a:spcBef>
                <a:spcPts val="400"/>
              </a:spcBef>
              <a:spcAft>
                <a:spcPts val="0"/>
              </a:spcAft>
              <a:buClr>
                <a:schemeClr val="dk1"/>
              </a:buClr>
              <a:buSzPts val="2000"/>
              <a:buFont typeface="Times New Roman"/>
              <a:buNone/>
            </a:pPr>
            <a:r>
              <a:rPr lang="en-US" sz="2000" b="1">
                <a:latin typeface="Times New Roman"/>
                <a:ea typeface="Times New Roman"/>
                <a:cs typeface="Times New Roman"/>
                <a:sym typeface="Times New Roman"/>
              </a:rPr>
              <a:t>                System.out.println("file exist: "+f1.exists());</a:t>
            </a:r>
            <a:endParaRPr/>
          </a:p>
          <a:p>
            <a:pPr marL="342900" lvl="0" indent="-342900" algn="l" rtl="0">
              <a:lnSpc>
                <a:spcPct val="80000"/>
              </a:lnSpc>
              <a:spcBef>
                <a:spcPts val="400"/>
              </a:spcBef>
              <a:spcAft>
                <a:spcPts val="0"/>
              </a:spcAft>
              <a:buClr>
                <a:schemeClr val="dk1"/>
              </a:buClr>
              <a:buSzPts val="2000"/>
              <a:buFont typeface="Times New Roman"/>
              <a:buNone/>
            </a:pPr>
            <a:r>
              <a:rPr lang="en-US" sz="2000" b="1">
                <a:latin typeface="Times New Roman"/>
                <a:ea typeface="Times New Roman"/>
                <a:cs typeface="Times New Roman"/>
                <a:sym typeface="Times New Roman"/>
              </a:rPr>
              <a:t>                System.out.println("path: "+f1.getPath());</a:t>
            </a:r>
            <a:endParaRPr/>
          </a:p>
          <a:p>
            <a:pPr marL="342900" lvl="0" indent="-342900" algn="l" rtl="0">
              <a:lnSpc>
                <a:spcPct val="80000"/>
              </a:lnSpc>
              <a:spcBef>
                <a:spcPts val="400"/>
              </a:spcBef>
              <a:spcAft>
                <a:spcPts val="0"/>
              </a:spcAft>
              <a:buClr>
                <a:schemeClr val="dk1"/>
              </a:buClr>
              <a:buSzPts val="2000"/>
              <a:buFont typeface="Times New Roman"/>
              <a:buNone/>
            </a:pPr>
            <a:r>
              <a:rPr lang="en-US" sz="2000" b="1">
                <a:latin typeface="Times New Roman"/>
                <a:ea typeface="Times New Roman"/>
                <a:cs typeface="Times New Roman"/>
                <a:sym typeface="Times New Roman"/>
              </a:rPr>
              <a:t>                System.out.println("parent: "+f1.getParent());</a:t>
            </a:r>
            <a:endParaRPr/>
          </a:p>
          <a:p>
            <a:pPr marL="342900" lvl="0" indent="-342900" algn="l" rtl="0">
              <a:lnSpc>
                <a:spcPct val="80000"/>
              </a:lnSpc>
              <a:spcBef>
                <a:spcPts val="400"/>
              </a:spcBef>
              <a:spcAft>
                <a:spcPts val="0"/>
              </a:spcAft>
              <a:buClr>
                <a:schemeClr val="dk1"/>
              </a:buClr>
              <a:buSzPts val="2000"/>
              <a:buFont typeface="Times New Roman"/>
              <a:buNone/>
            </a:pPr>
            <a:r>
              <a:rPr lang="en-US" sz="2000" b="1">
                <a:latin typeface="Times New Roman"/>
                <a:ea typeface="Times New Roman"/>
                <a:cs typeface="Times New Roman"/>
                <a:sym typeface="Times New Roman"/>
              </a:rPr>
              <a:t>                System.out.println(f1.canWrite() ? "is writeable" : "is not writeable");</a:t>
            </a:r>
            <a:endParaRPr/>
          </a:p>
          <a:p>
            <a:pPr marL="342900" lvl="0" indent="-342900" algn="l" rtl="0">
              <a:lnSpc>
                <a:spcPct val="80000"/>
              </a:lnSpc>
              <a:spcBef>
                <a:spcPts val="400"/>
              </a:spcBef>
              <a:spcAft>
                <a:spcPts val="0"/>
              </a:spcAft>
              <a:buClr>
                <a:schemeClr val="dk1"/>
              </a:buClr>
              <a:buSzPts val="2000"/>
              <a:buFont typeface="Times New Roman"/>
              <a:buNone/>
            </a:pPr>
            <a:r>
              <a:rPr lang="en-US" sz="2000" b="1">
                <a:latin typeface="Times New Roman"/>
                <a:ea typeface="Times New Roman"/>
                <a:cs typeface="Times New Roman"/>
                <a:sym typeface="Times New Roman"/>
              </a:rPr>
              <a:t>                System.out.println(f1.canRead() ? "is readable" : "is not readable");</a:t>
            </a:r>
            <a:endParaRPr/>
          </a:p>
          <a:p>
            <a:pPr marL="342900" lvl="0" indent="-342900" algn="l" rtl="0">
              <a:lnSpc>
                <a:spcPct val="80000"/>
              </a:lnSpc>
              <a:spcBef>
                <a:spcPts val="400"/>
              </a:spcBef>
              <a:spcAft>
                <a:spcPts val="0"/>
              </a:spcAft>
              <a:buClr>
                <a:schemeClr val="dk1"/>
              </a:buClr>
              <a:buSzPts val="2000"/>
              <a:buFont typeface="Times New Roman"/>
              <a:buNone/>
            </a:pPr>
            <a:r>
              <a:rPr lang="en-US" sz="2000" b="1">
                <a:latin typeface="Times New Roman"/>
                <a:ea typeface="Times New Roman"/>
                <a:cs typeface="Times New Roman"/>
                <a:sym typeface="Times New Roman"/>
              </a:rPr>
              <a:t>                System.out.println(f1.isDirectory() ? "is a directory" : "is not a directory");</a:t>
            </a:r>
            <a:endParaRPr/>
          </a:p>
          <a:p>
            <a:pPr marL="342900" lvl="0" indent="-342900" algn="l" rtl="0">
              <a:lnSpc>
                <a:spcPct val="80000"/>
              </a:lnSpc>
              <a:spcBef>
                <a:spcPts val="400"/>
              </a:spcBef>
              <a:spcAft>
                <a:spcPts val="0"/>
              </a:spcAft>
              <a:buClr>
                <a:schemeClr val="dk1"/>
              </a:buClr>
              <a:buSzPts val="2000"/>
              <a:buFont typeface="Times New Roman"/>
              <a:buNone/>
            </a:pPr>
            <a:r>
              <a:rPr lang="en-US" sz="2000" b="1">
                <a:latin typeface="Times New Roman"/>
                <a:ea typeface="Times New Roman"/>
                <a:cs typeface="Times New Roman"/>
                <a:sym typeface="Times New Roman"/>
              </a:rPr>
              <a:t>                System.out.println("file size: "+f1.length()+" bytes");</a:t>
            </a:r>
            <a:endParaRPr/>
          </a:p>
          <a:p>
            <a:pPr marL="342900" lvl="0" indent="-215900" algn="l" rtl="0">
              <a:lnSpc>
                <a:spcPct val="80000"/>
              </a:lnSpc>
              <a:spcBef>
                <a:spcPts val="400"/>
              </a:spcBef>
              <a:spcAft>
                <a:spcPts val="0"/>
              </a:spcAft>
              <a:buClr>
                <a:schemeClr val="dk1"/>
              </a:buClr>
              <a:buSzPts val="2000"/>
              <a:buFont typeface="Arial"/>
              <a:buNone/>
            </a:pPr>
            <a:endParaRPr sz="2000" b="1">
              <a:latin typeface="Times New Roman"/>
              <a:ea typeface="Times New Roman"/>
              <a:cs typeface="Times New Roman"/>
              <a:sym typeface="Times New Roman"/>
            </a:endParaRPr>
          </a:p>
          <a:p>
            <a:pPr marL="342900" lvl="0" indent="-342900" algn="l" rtl="0">
              <a:lnSpc>
                <a:spcPct val="80000"/>
              </a:lnSpc>
              <a:spcBef>
                <a:spcPts val="400"/>
              </a:spcBef>
              <a:spcAft>
                <a:spcPts val="0"/>
              </a:spcAft>
              <a:buClr>
                <a:schemeClr val="dk1"/>
              </a:buClr>
              <a:buSzPts val="2000"/>
              <a:buFont typeface="Times New Roman"/>
              <a:buNone/>
            </a:pPr>
            <a:r>
              <a:rPr lang="en-US" sz="2000" b="1">
                <a:latin typeface="Times New Roman"/>
                <a:ea typeface="Times New Roman"/>
                <a:cs typeface="Times New Roman"/>
                <a:sym typeface="Times New Roman"/>
              </a:rPr>
              <a:t>        }</a:t>
            </a:r>
            <a:endParaRPr/>
          </a:p>
          <a:p>
            <a:pPr marL="342900" lvl="0" indent="-342900" algn="l" rtl="0">
              <a:lnSpc>
                <a:spcPct val="80000"/>
              </a:lnSpc>
              <a:spcBef>
                <a:spcPts val="400"/>
              </a:spcBef>
              <a:spcAft>
                <a:spcPts val="0"/>
              </a:spcAft>
              <a:buClr>
                <a:schemeClr val="dk1"/>
              </a:buClr>
              <a:buSzPts val="2000"/>
              <a:buFont typeface="Times New Roman"/>
              <a:buNone/>
            </a:pPr>
            <a:r>
              <a:rPr lang="en-US" sz="2000" b="1">
                <a:latin typeface="Times New Roman"/>
                <a:ea typeface="Times New Roman"/>
                <a:cs typeface="Times New Roman"/>
                <a:sym typeface="Times New Roman"/>
              </a:rPr>
              <a:t>}</a:t>
            </a:r>
            <a:endParaRPr/>
          </a:p>
          <a:p>
            <a:pPr marL="342900" lvl="0" indent="-215900" algn="l" rtl="0">
              <a:lnSpc>
                <a:spcPct val="80000"/>
              </a:lnSpc>
              <a:spcBef>
                <a:spcPts val="400"/>
              </a:spcBef>
              <a:spcAft>
                <a:spcPts val="0"/>
              </a:spcAft>
              <a:buClr>
                <a:schemeClr val="dk1"/>
              </a:buClr>
              <a:buSzPts val="2000"/>
              <a:buFont typeface="Arial"/>
              <a:buNone/>
            </a:pPr>
            <a:endParaRPr sz="2000" b="1">
              <a:latin typeface="Times New Roman"/>
              <a:ea typeface="Times New Roman"/>
              <a:cs typeface="Times New Roman"/>
              <a:sym typeface="Times New Roman"/>
            </a:endParaRPr>
          </a:p>
          <a:p>
            <a:pPr marL="342900" lvl="0" indent="-342900" algn="l" rtl="0">
              <a:lnSpc>
                <a:spcPct val="80000"/>
              </a:lnSpc>
              <a:spcBef>
                <a:spcPts val="400"/>
              </a:spcBef>
              <a:spcAft>
                <a:spcPts val="0"/>
              </a:spcAft>
              <a:buClr>
                <a:schemeClr val="dk1"/>
              </a:buClr>
              <a:buSzPts val="2000"/>
              <a:buFont typeface="Arial"/>
              <a:buNone/>
            </a:pPr>
            <a:endParaRPr sz="20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33"/>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33</a:t>
            </a:fld>
            <a:endParaRPr/>
          </a:p>
        </p:txBody>
      </p:sp>
      <p:sp>
        <p:nvSpPr>
          <p:cNvPr id="373" name="Google Shape;373;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Times New Roman"/>
                <a:ea typeface="Times New Roman"/>
                <a:cs typeface="Times New Roman"/>
                <a:sym typeface="Times New Roman"/>
              </a:rPr>
              <a:t>Output</a:t>
            </a:r>
            <a:endParaRPr/>
          </a:p>
        </p:txBody>
      </p:sp>
      <p:graphicFrame>
        <p:nvGraphicFramePr>
          <p:cNvPr id="374" name="Google Shape;374;p33"/>
          <p:cNvGraphicFramePr/>
          <p:nvPr/>
        </p:nvGraphicFramePr>
        <p:xfrm>
          <a:off x="457200" y="1654175"/>
          <a:ext cx="5889625" cy="3587750"/>
        </p:xfrm>
        <a:graphic>
          <a:graphicData uri="http://schemas.openxmlformats.org/presentationml/2006/ole">
            <mc:AlternateContent xmlns:mc="http://schemas.openxmlformats.org/markup-compatibility/2006">
              <mc:Choice xmlns:v="urn:schemas-microsoft-com:vml" Requires="v">
                <p:oleObj r:id="rId3" imgW="5889625" imgH="3587750" progId="Paint.Picture">
                  <p:embed/>
                </p:oleObj>
              </mc:Choice>
              <mc:Fallback>
                <p:oleObj r:id="rId3" imgW="5889625" imgH="3587750" progId="Paint.Picture">
                  <p:embed/>
                  <p:pic>
                    <p:nvPicPr>
                      <p:cNvPr id="374" name="Google Shape;374;p33"/>
                      <p:cNvPicPr preferRelativeResize="0"/>
                      <p:nvPr/>
                    </p:nvPicPr>
                    <p:blipFill rotWithShape="1">
                      <a:blip r:embed="rId4">
                        <a:alphaModFix/>
                      </a:blip>
                      <a:srcRect/>
                      <a:stretch/>
                    </p:blipFill>
                    <p:spPr>
                      <a:xfrm>
                        <a:off x="457200" y="1654175"/>
                        <a:ext cx="5889625" cy="3587750"/>
                      </a:xfrm>
                      <a:prstGeom prst="rect">
                        <a:avLst/>
                      </a:prstGeom>
                      <a:noFill/>
                      <a:ln>
                        <a:noFill/>
                      </a:ln>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34"/>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34</a:t>
            </a:fld>
            <a:endParaRPr/>
          </a:p>
        </p:txBody>
      </p:sp>
      <p:sp>
        <p:nvSpPr>
          <p:cNvPr id="380" name="Google Shape;380;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Times New Roman"/>
                <a:ea typeface="Times New Roman"/>
                <a:cs typeface="Times New Roman"/>
                <a:sym typeface="Times New Roman"/>
              </a:rPr>
              <a:t>Listing a Directory</a:t>
            </a:r>
            <a:endParaRPr/>
          </a:p>
        </p:txBody>
      </p:sp>
      <p:sp>
        <p:nvSpPr>
          <p:cNvPr id="381" name="Google Shape;381;p34"/>
          <p:cNvSpPr txBox="1">
            <a:spLocks noGrp="1"/>
          </p:cNvSpPr>
          <p:nvPr>
            <p:ph type="body" idx="1"/>
          </p:nvPr>
        </p:nvSpPr>
        <p:spPr>
          <a:xfrm>
            <a:off x="381000" y="1981200"/>
            <a:ext cx="8534400" cy="45720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3200"/>
              <a:buFont typeface="Arial"/>
              <a:buNone/>
            </a:pPr>
            <a:r>
              <a:rPr lang="en-US"/>
              <a:t> </a:t>
            </a:r>
            <a:r>
              <a:rPr lang="en-US" sz="2400" b="1">
                <a:latin typeface="Times New Roman"/>
                <a:ea typeface="Times New Roman"/>
                <a:cs typeface="Times New Roman"/>
                <a:sym typeface="Times New Roman"/>
              </a:rPr>
              <a:t>public void lst_dir(String d_Name)</a:t>
            </a:r>
            <a:endParaRPr/>
          </a:p>
          <a:p>
            <a:pPr marL="342900" lvl="0" indent="-342900" algn="l" rtl="0">
              <a:spcBef>
                <a:spcPts val="480"/>
              </a:spcBef>
              <a:spcAft>
                <a:spcPts val="0"/>
              </a:spcAft>
              <a:buClr>
                <a:schemeClr val="dk1"/>
              </a:buClr>
              <a:buSzPts val="2400"/>
              <a:buFont typeface="Times New Roman"/>
              <a:buNone/>
            </a:pPr>
            <a:r>
              <a:rPr lang="en-US" sz="2400" b="1">
                <a:latin typeface="Times New Roman"/>
                <a:ea typeface="Times New Roman"/>
                <a:cs typeface="Times New Roman"/>
                <a:sym typeface="Times New Roman"/>
              </a:rPr>
              <a:t>    {</a:t>
            </a:r>
            <a:endParaRPr/>
          </a:p>
          <a:p>
            <a:pPr marL="342900" lvl="0" indent="-342900" algn="l" rtl="0">
              <a:spcBef>
                <a:spcPts val="480"/>
              </a:spcBef>
              <a:spcAft>
                <a:spcPts val="0"/>
              </a:spcAft>
              <a:buClr>
                <a:schemeClr val="dk1"/>
              </a:buClr>
              <a:buSzPts val="2400"/>
              <a:buFont typeface="Times New Roman"/>
              <a:buNone/>
            </a:pPr>
            <a:r>
              <a:rPr lang="en-US" sz="2400" b="1">
                <a:latin typeface="Times New Roman"/>
                <a:ea typeface="Times New Roman"/>
                <a:cs typeface="Times New Roman"/>
                <a:sym typeface="Times New Roman"/>
              </a:rPr>
              <a:t>        File d_List = new File(d_Name);</a:t>
            </a:r>
            <a:endParaRPr/>
          </a:p>
          <a:p>
            <a:pPr marL="342900" lvl="0" indent="-342900" algn="l" rtl="0">
              <a:spcBef>
                <a:spcPts val="480"/>
              </a:spcBef>
              <a:spcAft>
                <a:spcPts val="0"/>
              </a:spcAft>
              <a:buClr>
                <a:schemeClr val="dk1"/>
              </a:buClr>
              <a:buSzPts val="2400"/>
              <a:buFont typeface="Times New Roman"/>
              <a:buNone/>
            </a:pPr>
            <a:r>
              <a:rPr lang="en-US" sz="2400" b="1">
                <a:latin typeface="Times New Roman"/>
                <a:ea typeface="Times New Roman"/>
                <a:cs typeface="Times New Roman"/>
                <a:sym typeface="Times New Roman"/>
              </a:rPr>
              <a:t>        String[] lst = d_List.list();</a:t>
            </a:r>
            <a:endParaRPr/>
          </a:p>
          <a:p>
            <a:pPr marL="342900" lvl="0" indent="-342900" algn="l" rtl="0">
              <a:spcBef>
                <a:spcPts val="480"/>
              </a:spcBef>
              <a:spcAft>
                <a:spcPts val="0"/>
              </a:spcAft>
              <a:buClr>
                <a:schemeClr val="dk1"/>
              </a:buClr>
              <a:buSzPts val="2400"/>
              <a:buFont typeface="Times New Roman"/>
              <a:buNone/>
            </a:pPr>
            <a:r>
              <a:rPr lang="en-US" sz="2400" b="1">
                <a:latin typeface="Times New Roman"/>
                <a:ea typeface="Times New Roman"/>
                <a:cs typeface="Times New Roman"/>
                <a:sym typeface="Times New Roman"/>
              </a:rPr>
              <a:t>        for(int i = 0; i &lt; lst.length; i++)</a:t>
            </a:r>
            <a:endParaRPr/>
          </a:p>
          <a:p>
            <a:pPr marL="342900" lvl="0" indent="-342900" algn="l" rtl="0">
              <a:spcBef>
                <a:spcPts val="480"/>
              </a:spcBef>
              <a:spcAft>
                <a:spcPts val="0"/>
              </a:spcAft>
              <a:buClr>
                <a:schemeClr val="dk1"/>
              </a:buClr>
              <a:buSzPts val="2400"/>
              <a:buFont typeface="Times New Roman"/>
              <a:buNone/>
            </a:pPr>
            <a:r>
              <a:rPr lang="en-US" sz="2400" b="1">
                <a:latin typeface="Times New Roman"/>
                <a:ea typeface="Times New Roman"/>
                <a:cs typeface="Times New Roman"/>
                <a:sym typeface="Times New Roman"/>
              </a:rPr>
              <a:t>        System.out.println(lst[i]);</a:t>
            </a:r>
            <a:endParaRPr/>
          </a:p>
          <a:p>
            <a:pPr marL="342900" lvl="0" indent="-342900" algn="l" rtl="0">
              <a:spcBef>
                <a:spcPts val="480"/>
              </a:spcBef>
              <a:spcAft>
                <a:spcPts val="0"/>
              </a:spcAft>
              <a:buClr>
                <a:schemeClr val="dk1"/>
              </a:buClr>
              <a:buSzPts val="2400"/>
              <a:buFont typeface="Times New Roman"/>
              <a:buNone/>
            </a:pPr>
            <a:r>
              <a:rPr lang="en-US" sz="2400" b="1">
                <a:latin typeface="Times New Roman"/>
                <a:ea typeface="Times New Roman"/>
                <a:cs typeface="Times New Roman"/>
                <a:sym typeface="Times New Roman"/>
              </a:rPr>
              <a:t>    }</a:t>
            </a:r>
            <a:endParaRPr/>
          </a:p>
        </p:txBody>
      </p:sp>
      <p:sp>
        <p:nvSpPr>
          <p:cNvPr id="382" name="Google Shape;382;p34"/>
          <p:cNvSpPr txBox="1"/>
          <p:nvPr/>
        </p:nvSpPr>
        <p:spPr>
          <a:xfrm>
            <a:off x="381000" y="5486400"/>
            <a:ext cx="8948738" cy="695325"/>
          </a:xfrm>
          <a:prstGeom prst="rect">
            <a:avLst/>
          </a:prstGeom>
          <a:noFill/>
          <a:ln>
            <a:noFill/>
          </a:ln>
        </p:spPr>
        <p:txBody>
          <a:bodyPr spcFirstLastPara="1" wrap="square" lIns="90000" tIns="43200" rIns="90000" bIns="43200" anchor="t" anchorCtr="0">
            <a:spAutoFit/>
          </a:bodyPr>
          <a:lstStyle/>
          <a:p>
            <a:pPr marL="0" marR="0" lvl="0" indent="0" algn="l" rtl="0">
              <a:spcBef>
                <a:spcPts val="0"/>
              </a:spcBef>
              <a:spcAft>
                <a:spcPts val="0"/>
              </a:spcAft>
              <a:buNone/>
            </a:pPr>
            <a:r>
              <a:rPr lang="en-US" sz="2000" b="1">
                <a:solidFill>
                  <a:schemeClr val="dk1"/>
                </a:solidFill>
                <a:latin typeface="Times"/>
                <a:ea typeface="Times"/>
                <a:cs typeface="Times"/>
                <a:sym typeface="Times"/>
              </a:rPr>
              <a:t>String[] list : Returns an array of strings naming the files and directories in the </a:t>
            </a:r>
            <a:endParaRPr/>
          </a:p>
          <a:p>
            <a:pPr marL="0" marR="0" lvl="0" indent="0" algn="l" rtl="0">
              <a:spcBef>
                <a:spcPts val="0"/>
              </a:spcBef>
              <a:spcAft>
                <a:spcPts val="0"/>
              </a:spcAft>
              <a:buNone/>
            </a:pPr>
            <a:r>
              <a:rPr lang="en-US" sz="2000" b="1">
                <a:solidFill>
                  <a:schemeClr val="dk1"/>
                </a:solidFill>
                <a:latin typeface="Times"/>
                <a:ea typeface="Times"/>
                <a:cs typeface="Times"/>
                <a:sym typeface="Times"/>
              </a:rPr>
              <a:t>                        directory denoted by this abstract pathname.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35"/>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35</a:t>
            </a:fld>
            <a:endParaRPr/>
          </a:p>
        </p:txBody>
      </p:sp>
      <p:sp>
        <p:nvSpPr>
          <p:cNvPr id="388" name="Google Shape;388;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Reader (Character Stream)</a:t>
            </a:r>
            <a:endParaRPr/>
          </a:p>
        </p:txBody>
      </p:sp>
      <p:pic>
        <p:nvPicPr>
          <p:cNvPr id="389" name="Google Shape;389;p35" descr="readerHierarchy"/>
          <p:cNvPicPr preferRelativeResize="0">
            <a:picLocks noGrp="1"/>
          </p:cNvPicPr>
          <p:nvPr>
            <p:ph type="body" idx="1"/>
          </p:nvPr>
        </p:nvPicPr>
        <p:blipFill rotWithShape="1">
          <a:blip r:embed="rId3">
            <a:alphaModFix/>
          </a:blip>
          <a:srcRect/>
          <a:stretch/>
        </p:blipFill>
        <p:spPr>
          <a:xfrm>
            <a:off x="698500" y="1960563"/>
            <a:ext cx="7177088" cy="41338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36"/>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36</a:t>
            </a:fld>
            <a:endParaRPr/>
          </a:p>
        </p:txBody>
      </p:sp>
      <p:sp>
        <p:nvSpPr>
          <p:cNvPr id="396" name="Google Shape;396;p36"/>
          <p:cNvSpPr txBox="1">
            <a:spLocks noGrp="1"/>
          </p:cNvSpPr>
          <p:nvPr>
            <p:ph type="title"/>
          </p:nvPr>
        </p:nvSpPr>
        <p:spPr>
          <a:xfrm>
            <a:off x="685800" y="152400"/>
            <a:ext cx="7924800" cy="6096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4000">
                <a:latin typeface="Times New Roman"/>
                <a:ea typeface="Times New Roman"/>
                <a:cs typeface="Times New Roman"/>
                <a:sym typeface="Times New Roman"/>
              </a:rPr>
              <a:t>FileReader</a:t>
            </a:r>
            <a:endParaRPr/>
          </a:p>
        </p:txBody>
      </p:sp>
      <p:sp>
        <p:nvSpPr>
          <p:cNvPr id="397" name="Google Shape;397;p36"/>
          <p:cNvSpPr/>
          <p:nvPr/>
        </p:nvSpPr>
        <p:spPr>
          <a:xfrm>
            <a:off x="0" y="2438400"/>
            <a:ext cx="9144000" cy="3924300"/>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r>
              <a:rPr lang="en-US" sz="2400">
                <a:solidFill>
                  <a:schemeClr val="dk1"/>
                </a:solidFill>
                <a:latin typeface="Courier New"/>
                <a:ea typeface="Courier New"/>
                <a:cs typeface="Courier New"/>
                <a:sym typeface="Courier New"/>
              </a:rPr>
              <a:t>1. </a:t>
            </a:r>
            <a:r>
              <a:rPr lang="en-US" sz="2400">
                <a:solidFill>
                  <a:schemeClr val="dk1"/>
                </a:solidFill>
                <a:latin typeface="Times New Roman"/>
                <a:ea typeface="Times New Roman"/>
                <a:cs typeface="Times New Roman"/>
                <a:sym typeface="Times New Roman"/>
              </a:rPr>
              <a:t>public</a:t>
            </a:r>
            <a:r>
              <a:rPr lang="en-US" sz="2400" b="1">
                <a:solidFill>
                  <a:schemeClr val="dk1"/>
                </a:solidFill>
                <a:latin typeface="Times New Roman"/>
                <a:ea typeface="Times New Roman"/>
                <a:cs typeface="Times New Roman"/>
                <a:sym typeface="Times New Roman"/>
              </a:rPr>
              <a:t> FileReader(</a:t>
            </a:r>
            <a:r>
              <a:rPr lang="en-US" sz="2400" b="1" u="sng">
                <a:solidFill>
                  <a:schemeClr val="dk1"/>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File</a:t>
            </a:r>
            <a:r>
              <a:rPr lang="en-US" sz="2400" b="1">
                <a:solidFill>
                  <a:schemeClr val="dk1"/>
                </a:solidFill>
                <a:latin typeface="Times New Roman"/>
                <a:ea typeface="Times New Roman"/>
                <a:cs typeface="Times New Roman"/>
                <a:sym typeface="Times New Roman"/>
              </a:rPr>
              <a:t> file) </a:t>
            </a:r>
            <a:endParaRPr/>
          </a:p>
          <a:p>
            <a:pPr marL="0" marR="0" lvl="0" indent="0" algn="l" rtl="0">
              <a:spcBef>
                <a:spcPts val="0"/>
              </a:spcBef>
              <a:spcAft>
                <a:spcPts val="0"/>
              </a:spcAft>
              <a:buNone/>
            </a:pPr>
            <a:r>
              <a:rPr lang="en-US" sz="2400" b="1">
                <a:solidFill>
                  <a:schemeClr val="dk1"/>
                </a:solidFill>
                <a:latin typeface="Times New Roman"/>
                <a:ea typeface="Times New Roman"/>
                <a:cs typeface="Times New Roman"/>
                <a:sym typeface="Times New Roman"/>
              </a:rPr>
              <a:t>	throws </a:t>
            </a:r>
            <a:r>
              <a:rPr lang="en-US" sz="2400" b="1" u="sng">
                <a:solidFill>
                  <a:schemeClr val="dk1"/>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FileNotFoundException</a:t>
            </a:r>
            <a:endParaRPr sz="2400" b="1">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1800" b="1" i="1">
                <a:solidFill>
                  <a:schemeClr val="dk1"/>
                </a:solidFill>
                <a:latin typeface="Times New Roman"/>
                <a:ea typeface="Times New Roman"/>
                <a:cs typeface="Times New Roman"/>
                <a:sym typeface="Times New Roman"/>
              </a:rPr>
              <a:t>        </a:t>
            </a:r>
            <a:r>
              <a:rPr lang="en-US" sz="1800" b="1">
                <a:solidFill>
                  <a:schemeClr val="dk1"/>
                </a:solidFill>
                <a:latin typeface="Times New Roman"/>
                <a:ea typeface="Times New Roman"/>
                <a:cs typeface="Times New Roman"/>
                <a:sym typeface="Times New Roman"/>
              </a:rPr>
              <a:t>Creates a new FileReader, given the File to read from</a:t>
            </a:r>
            <a:r>
              <a:rPr lang="en-US" sz="2400" b="1">
                <a:solidFill>
                  <a:schemeClr val="dk1"/>
                </a:solidFill>
                <a:latin typeface="Times New Roman"/>
                <a:ea typeface="Times New Roman"/>
                <a:cs typeface="Times New Roman"/>
                <a:sym typeface="Times New Roman"/>
              </a:rPr>
              <a:t> </a:t>
            </a:r>
            <a:endParaRPr sz="2400" b="1">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400" b="1">
                <a:solidFill>
                  <a:schemeClr val="dk1"/>
                </a:solidFill>
                <a:latin typeface="Times New Roman"/>
                <a:ea typeface="Times New Roman"/>
                <a:cs typeface="Times New Roman"/>
                <a:sym typeface="Times New Roman"/>
              </a:rPr>
              <a:t>           </a:t>
            </a:r>
            <a:endParaRPr/>
          </a:p>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2.   public</a:t>
            </a:r>
            <a:r>
              <a:rPr lang="en-US" sz="2400" b="1">
                <a:solidFill>
                  <a:schemeClr val="dk1"/>
                </a:solidFill>
                <a:latin typeface="Times New Roman"/>
                <a:ea typeface="Times New Roman"/>
                <a:cs typeface="Times New Roman"/>
                <a:sym typeface="Times New Roman"/>
              </a:rPr>
              <a:t> FileReader(</a:t>
            </a:r>
            <a:r>
              <a:rPr lang="en-US" sz="2400" b="1" u="sng">
                <a:solidFill>
                  <a:schemeClr val="dk1"/>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String</a:t>
            </a:r>
            <a:r>
              <a:rPr lang="en-US" sz="2400" b="1">
                <a:solidFill>
                  <a:schemeClr val="dk1"/>
                </a:solidFill>
                <a:latin typeface="Times New Roman"/>
                <a:ea typeface="Times New Roman"/>
                <a:cs typeface="Times New Roman"/>
                <a:sym typeface="Times New Roman"/>
              </a:rPr>
              <a:t> fileName) </a:t>
            </a:r>
            <a:endParaRPr/>
          </a:p>
          <a:p>
            <a:pPr marL="0" marR="0" lvl="0" indent="0" algn="l" rtl="0">
              <a:spcBef>
                <a:spcPts val="0"/>
              </a:spcBef>
              <a:spcAft>
                <a:spcPts val="0"/>
              </a:spcAft>
              <a:buNone/>
            </a:pPr>
            <a:r>
              <a:rPr lang="en-US" sz="2400" b="1">
                <a:solidFill>
                  <a:schemeClr val="dk1"/>
                </a:solidFill>
                <a:latin typeface="Times New Roman"/>
                <a:ea typeface="Times New Roman"/>
                <a:cs typeface="Times New Roman"/>
                <a:sym typeface="Times New Roman"/>
              </a:rPr>
              <a:t>	throws </a:t>
            </a:r>
            <a:r>
              <a:rPr lang="en-US" sz="2400" b="1" u="sng">
                <a:solidFill>
                  <a:schemeClr val="dk1"/>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FileNotFoundException</a:t>
            </a:r>
            <a:endParaRPr sz="2400" b="1">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1800" b="1">
                <a:solidFill>
                  <a:schemeClr val="dk1"/>
                </a:solidFill>
                <a:latin typeface="Times New Roman"/>
                <a:ea typeface="Times New Roman"/>
                <a:cs typeface="Times New Roman"/>
                <a:sym typeface="Times New Roman"/>
              </a:rPr>
              <a:t>Creates a new FileReader, given the name of the file to read from </a:t>
            </a:r>
            <a:endParaRPr/>
          </a:p>
          <a:p>
            <a:pPr marL="0" marR="0" lvl="0" indent="0" algn="l" rtl="0">
              <a:spcBef>
                <a:spcPts val="0"/>
              </a:spcBef>
              <a:spcAft>
                <a:spcPts val="0"/>
              </a:spcAft>
              <a:buNone/>
            </a:pPr>
            <a:endParaRPr sz="1800" b="1">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400" b="1" u="sng">
                <a:solidFill>
                  <a:schemeClr val="dk1"/>
                </a:solidFill>
                <a:latin typeface="Times New Roman"/>
                <a:ea typeface="Times New Roman"/>
                <a:cs typeface="Times New Roman"/>
                <a:sym typeface="Times New Roman"/>
              </a:rPr>
              <a:t>Note:</a:t>
            </a:r>
            <a:endParaRPr/>
          </a:p>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FileNotFoundException is a checked exception.</a:t>
            </a:r>
            <a:endParaRPr/>
          </a:p>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398" name="Google Shape;398;p36"/>
          <p:cNvSpPr txBox="1"/>
          <p:nvPr/>
        </p:nvSpPr>
        <p:spPr>
          <a:xfrm>
            <a:off x="0" y="1447800"/>
            <a:ext cx="8839200" cy="819150"/>
          </a:xfrm>
          <a:prstGeom prst="rect">
            <a:avLst/>
          </a:prstGeom>
          <a:noFill/>
          <a:ln>
            <a:noFill/>
          </a:ln>
        </p:spPr>
        <p:txBody>
          <a:bodyPr spcFirstLastPara="1" wrap="square" lIns="90475" tIns="44450" rIns="90475" bIns="44450" anchor="t" anchorCtr="0">
            <a:spAutoFit/>
          </a:bodyPr>
          <a:lstStyle/>
          <a:p>
            <a:pPr marL="0" marR="0" lvl="0" indent="-152400" algn="l" rtl="0">
              <a:spcBef>
                <a:spcPts val="0"/>
              </a:spcBef>
              <a:spcAft>
                <a:spcPts val="0"/>
              </a:spcAft>
              <a:buClr>
                <a:schemeClr val="dk1"/>
              </a:buClr>
              <a:buSzPts val="2400"/>
              <a:buFont typeface="Noto Sans Symbols"/>
              <a:buChar char="✔"/>
            </a:pPr>
            <a:r>
              <a:rPr lang="en-US" sz="2400">
                <a:solidFill>
                  <a:schemeClr val="dk1"/>
                </a:solidFill>
                <a:latin typeface="Times New Roman"/>
                <a:ea typeface="Times New Roman"/>
                <a:cs typeface="Times New Roman"/>
                <a:sym typeface="Times New Roman"/>
              </a:rPr>
              <a:t>This class creates a Reader that can be used to read the contents of a file.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37"/>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37</a:t>
            </a:fld>
            <a:endParaRPr/>
          </a:p>
        </p:txBody>
      </p:sp>
      <p:sp>
        <p:nvSpPr>
          <p:cNvPr id="404" name="Google Shape;404;p37"/>
          <p:cNvSpPr txBox="1">
            <a:spLocks noGrp="1"/>
          </p:cNvSpPr>
          <p:nvPr>
            <p:ph type="title"/>
          </p:nvPr>
        </p:nvSpPr>
        <p:spPr>
          <a:xfrm>
            <a:off x="0" y="277813"/>
            <a:ext cx="9144000" cy="636587"/>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800">
                <a:latin typeface="Times New Roman"/>
                <a:ea typeface="Times New Roman"/>
                <a:cs typeface="Times New Roman"/>
                <a:sym typeface="Times New Roman"/>
              </a:rPr>
              <a:t>Useful methods (Inherited from Reader)</a:t>
            </a:r>
            <a:endParaRPr/>
          </a:p>
        </p:txBody>
      </p:sp>
      <p:sp>
        <p:nvSpPr>
          <p:cNvPr id="405" name="Google Shape;405;p37"/>
          <p:cNvSpPr txBox="1">
            <a:spLocks noGrp="1"/>
          </p:cNvSpPr>
          <p:nvPr>
            <p:ph type="body" idx="1"/>
          </p:nvPr>
        </p:nvSpPr>
        <p:spPr>
          <a:xfrm>
            <a:off x="304800" y="914400"/>
            <a:ext cx="8382000" cy="5257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public int </a:t>
            </a:r>
            <a:r>
              <a:rPr lang="en-US" sz="2400" b="1">
                <a:latin typeface="Times New Roman"/>
                <a:ea typeface="Times New Roman"/>
                <a:cs typeface="Times New Roman"/>
                <a:sym typeface="Times New Roman"/>
              </a:rPr>
              <a:t>read</a:t>
            </a:r>
            <a:r>
              <a:rPr lang="en-US" sz="2400">
                <a:latin typeface="Times New Roman"/>
                <a:ea typeface="Times New Roman"/>
                <a:cs typeface="Times New Roman"/>
                <a:sym typeface="Times New Roman"/>
              </a:rPr>
              <a:t>() throws </a:t>
            </a:r>
            <a:r>
              <a:rPr lang="en-US" sz="2400" u="sng">
                <a:solidFill>
                  <a:schemeClr val="hlink"/>
                </a:solidFill>
                <a:latin typeface="Times New Roman"/>
                <a:ea typeface="Times New Roman"/>
                <a:cs typeface="Times New Roman"/>
                <a:sym typeface="Times New Roman"/>
                <a:hlinkClick r:id="rId3"/>
              </a:rPr>
              <a:t>IOException</a:t>
            </a:r>
            <a:r>
              <a:rPr lang="en-US" sz="2400">
                <a:latin typeface="Times New Roman"/>
                <a:ea typeface="Times New Roman"/>
                <a:cs typeface="Times New Roman"/>
                <a:sym typeface="Times New Roman"/>
              </a:rPr>
              <a:t> </a:t>
            </a:r>
            <a:endParaRPr/>
          </a:p>
          <a:p>
            <a:pPr marL="457200" lvl="1" indent="0" algn="l" rtl="0">
              <a:spcBef>
                <a:spcPts val="480"/>
              </a:spcBef>
              <a:spcAft>
                <a:spcPts val="0"/>
              </a:spcAft>
              <a:buClr>
                <a:schemeClr val="dk1"/>
              </a:buClr>
              <a:buSzPts val="2400"/>
              <a:buFont typeface="Times New Roman"/>
              <a:buNone/>
            </a:pPr>
            <a:r>
              <a:rPr lang="en-US" sz="2400">
                <a:latin typeface="Times New Roman"/>
                <a:ea typeface="Times New Roman"/>
                <a:cs typeface="Times New Roman"/>
                <a:sym typeface="Times New Roman"/>
              </a:rPr>
              <a:t>Returns an integer representation of the next available character. Returns -1 when the end of the file is encountered.</a:t>
            </a:r>
            <a:endParaRPr/>
          </a:p>
          <a:p>
            <a:pPr marL="457200" lvl="1" indent="-152400" algn="l" rtl="0">
              <a:spcBef>
                <a:spcPts val="48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Int </a:t>
            </a:r>
            <a:r>
              <a:rPr lang="en-US" sz="2400" b="1">
                <a:latin typeface="Times New Roman"/>
                <a:ea typeface="Times New Roman"/>
                <a:cs typeface="Times New Roman"/>
                <a:sym typeface="Times New Roman"/>
              </a:rPr>
              <a:t>read</a:t>
            </a:r>
            <a:r>
              <a:rPr lang="en-US" sz="2400">
                <a:latin typeface="Times New Roman"/>
                <a:ea typeface="Times New Roman"/>
                <a:cs typeface="Times New Roman"/>
                <a:sym typeface="Times New Roman"/>
              </a:rPr>
              <a:t>(char[] cbuf)</a:t>
            </a:r>
            <a:r>
              <a:rPr lang="en-US" sz="2400">
                <a:latin typeface="Courier New"/>
                <a:ea typeface="Courier New"/>
                <a:cs typeface="Courier New"/>
                <a:sym typeface="Courier New"/>
              </a:rPr>
              <a:t> </a:t>
            </a:r>
            <a:br>
              <a:rPr lang="en-US" sz="2400">
                <a:latin typeface="Courier New"/>
                <a:ea typeface="Courier New"/>
                <a:cs typeface="Courier New"/>
                <a:sym typeface="Courier New"/>
              </a:rPr>
            </a:br>
            <a:r>
              <a:rPr lang="en-US" sz="2400">
                <a:latin typeface="Courier New"/>
                <a:ea typeface="Courier New"/>
                <a:cs typeface="Courier New"/>
                <a:sym typeface="Courier New"/>
              </a:rPr>
              <a:t> </a:t>
            </a:r>
            <a:r>
              <a:rPr lang="en-US" sz="2400">
                <a:latin typeface="Times New Roman"/>
                <a:ea typeface="Times New Roman"/>
                <a:cs typeface="Times New Roman"/>
                <a:sym typeface="Times New Roman"/>
              </a:rPr>
              <a:t>Read characters into an array.</a:t>
            </a:r>
            <a:r>
              <a:rPr lang="en-US" sz="2400" i="1">
                <a:latin typeface="Times New Roman"/>
                <a:ea typeface="Times New Roman"/>
                <a:cs typeface="Times New Roman"/>
                <a:sym typeface="Times New Roman"/>
              </a:rPr>
              <a:t> Cbuf </a:t>
            </a:r>
            <a:r>
              <a:rPr lang="en-US" sz="2400">
                <a:latin typeface="Times New Roman"/>
                <a:ea typeface="Times New Roman"/>
                <a:cs typeface="Times New Roman"/>
                <a:sym typeface="Times New Roman"/>
              </a:rPr>
              <a:t>is the destination buffer. Return the number of characters read, or –1 when the end of the file is reached.</a:t>
            </a:r>
            <a:endParaRPr/>
          </a:p>
          <a:p>
            <a:pPr marL="342900" lvl="0" indent="-342900" algn="l" rtl="0">
              <a:spcBef>
                <a:spcPts val="48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int </a:t>
            </a:r>
            <a:r>
              <a:rPr lang="en-US" sz="2400" b="1">
                <a:latin typeface="Times New Roman"/>
                <a:ea typeface="Times New Roman"/>
                <a:cs typeface="Times New Roman"/>
                <a:sym typeface="Times New Roman"/>
              </a:rPr>
              <a:t>read</a:t>
            </a:r>
            <a:r>
              <a:rPr lang="en-US" sz="2400">
                <a:latin typeface="Times New Roman"/>
                <a:ea typeface="Times New Roman"/>
                <a:cs typeface="Times New Roman"/>
                <a:sym typeface="Times New Roman"/>
              </a:rPr>
              <a:t>(char[] cbuf, int off, int len)</a:t>
            </a:r>
            <a:endParaRPr/>
          </a:p>
          <a:p>
            <a:pPr marL="342900" lvl="0" indent="-342900" algn="l" rtl="0">
              <a:spcBef>
                <a:spcPts val="480"/>
              </a:spcBef>
              <a:spcAft>
                <a:spcPts val="0"/>
              </a:spcAft>
              <a:buClr>
                <a:schemeClr val="dk1"/>
              </a:buClr>
              <a:buSzPts val="2400"/>
              <a:buFont typeface="Noto Sans Symbols"/>
              <a:buNone/>
            </a:pPr>
            <a:r>
              <a:rPr lang="en-US" sz="2400">
                <a:latin typeface="Times New Roman"/>
                <a:ea typeface="Times New Roman"/>
                <a:cs typeface="Times New Roman"/>
                <a:sym typeface="Times New Roman"/>
              </a:rPr>
              <a:t>    Attempts to read upto </a:t>
            </a:r>
            <a:r>
              <a:rPr lang="en-US" sz="2400" i="1">
                <a:latin typeface="Times New Roman"/>
                <a:ea typeface="Times New Roman"/>
                <a:cs typeface="Times New Roman"/>
                <a:sym typeface="Times New Roman"/>
              </a:rPr>
              <a:t>len </a:t>
            </a:r>
            <a:r>
              <a:rPr lang="en-US" sz="2400">
                <a:latin typeface="Times New Roman"/>
                <a:ea typeface="Times New Roman"/>
                <a:cs typeface="Times New Roman"/>
                <a:sym typeface="Times New Roman"/>
              </a:rPr>
              <a:t>characters into the </a:t>
            </a:r>
            <a:r>
              <a:rPr lang="en-US" sz="2400" i="1">
                <a:latin typeface="Times New Roman"/>
                <a:ea typeface="Times New Roman"/>
                <a:cs typeface="Times New Roman"/>
                <a:sym typeface="Times New Roman"/>
              </a:rPr>
              <a:t>cbuf </a:t>
            </a:r>
            <a:r>
              <a:rPr lang="en-US" sz="2400">
                <a:latin typeface="Times New Roman"/>
                <a:ea typeface="Times New Roman"/>
                <a:cs typeface="Times New Roman"/>
                <a:sym typeface="Times New Roman"/>
              </a:rPr>
              <a:t>starting at </a:t>
            </a:r>
            <a:r>
              <a:rPr lang="en-US" sz="2400" i="1">
                <a:latin typeface="Times New Roman"/>
                <a:ea typeface="Times New Roman"/>
                <a:cs typeface="Times New Roman"/>
                <a:sym typeface="Times New Roman"/>
              </a:rPr>
              <a:t>cbuf[off]</a:t>
            </a:r>
            <a:r>
              <a:rPr lang="en-US" sz="2400">
                <a:latin typeface="Times New Roman"/>
                <a:ea typeface="Times New Roman"/>
                <a:cs typeface="Times New Roman"/>
                <a:sym typeface="Times New Roman"/>
              </a:rPr>
              <a:t>, returning the number of characters successfully read.-1 when the end of file is encountered.  </a:t>
            </a:r>
            <a:br>
              <a:rPr lang="en-US" sz="2400">
                <a:latin typeface="Times New Roman"/>
                <a:ea typeface="Times New Roman"/>
                <a:cs typeface="Times New Roman"/>
                <a:sym typeface="Times New Roman"/>
              </a:rPr>
            </a:br>
            <a:endParaRPr sz="2400">
              <a:latin typeface="Times New Roman"/>
              <a:ea typeface="Times New Roman"/>
              <a:cs typeface="Times New Roman"/>
              <a:sym typeface="Times New Roman"/>
            </a:endParaRPr>
          </a:p>
          <a:p>
            <a:pPr marL="342900" lvl="0" indent="-342900" algn="l" rtl="0">
              <a:spcBef>
                <a:spcPts val="560"/>
              </a:spcBef>
              <a:spcAft>
                <a:spcPts val="0"/>
              </a:spcAft>
              <a:buClr>
                <a:schemeClr val="dk1"/>
              </a:buClr>
              <a:buSzPts val="2800"/>
              <a:buFont typeface="Arial"/>
              <a:buNone/>
            </a:pPr>
            <a:endParaRPr sz="2800">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38"/>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38</a:t>
            </a:fld>
            <a:endParaRPr/>
          </a:p>
        </p:txBody>
      </p:sp>
      <p:sp>
        <p:nvSpPr>
          <p:cNvPr id="411" name="Google Shape;411;p38"/>
          <p:cNvSpPr txBox="1">
            <a:spLocks noGrp="1"/>
          </p:cNvSpPr>
          <p:nvPr>
            <p:ph type="title"/>
          </p:nvPr>
        </p:nvSpPr>
        <p:spPr>
          <a:xfrm>
            <a:off x="0" y="228600"/>
            <a:ext cx="9144000" cy="762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800" b="1">
                <a:latin typeface="Times New Roman"/>
                <a:ea typeface="Times New Roman"/>
                <a:cs typeface="Times New Roman"/>
                <a:sym typeface="Times New Roman"/>
              </a:rPr>
              <a:t>Useful Methods (Inherited from Reader)</a:t>
            </a:r>
            <a:endParaRPr/>
          </a:p>
        </p:txBody>
      </p:sp>
      <p:sp>
        <p:nvSpPr>
          <p:cNvPr id="412" name="Google Shape;412;p38"/>
          <p:cNvSpPr txBox="1">
            <a:spLocks noGrp="1"/>
          </p:cNvSpPr>
          <p:nvPr>
            <p:ph type="body" idx="1"/>
          </p:nvPr>
        </p:nvSpPr>
        <p:spPr>
          <a:xfrm>
            <a:off x="0" y="1143000"/>
            <a:ext cx="9144000" cy="5334000"/>
          </a:xfrm>
          <a:prstGeom prst="rect">
            <a:avLst/>
          </a:prstGeom>
          <a:noFill/>
          <a:ln>
            <a:noFill/>
          </a:ln>
        </p:spPr>
        <p:txBody>
          <a:bodyPr spcFirstLastPara="1" wrap="square" lIns="91425" tIns="45700" rIns="91425" bIns="45700" anchor="t" anchorCtr="0">
            <a:noAutofit/>
          </a:bodyPr>
          <a:lstStyle/>
          <a:p>
            <a:pPr marL="342900" lvl="0" indent="-342900" algn="l" rtl="0">
              <a:lnSpc>
                <a:spcPct val="80000"/>
              </a:lnSpc>
              <a:spcBef>
                <a:spcPts val="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void </a:t>
            </a:r>
            <a:r>
              <a:rPr lang="en-US" sz="2800" b="1">
                <a:latin typeface="Times New Roman"/>
                <a:ea typeface="Times New Roman"/>
                <a:cs typeface="Times New Roman"/>
                <a:sym typeface="Times New Roman"/>
              </a:rPr>
              <a:t>close</a:t>
            </a:r>
            <a:r>
              <a:rPr lang="en-US" sz="2800">
                <a:latin typeface="Times New Roman"/>
                <a:ea typeface="Times New Roman"/>
                <a:cs typeface="Times New Roman"/>
                <a:sym typeface="Times New Roman"/>
              </a:rPr>
              <a:t>() </a:t>
            </a:r>
            <a:br>
              <a:rPr lang="en-US" sz="2800">
                <a:latin typeface="Times New Roman"/>
                <a:ea typeface="Times New Roman"/>
                <a:cs typeface="Times New Roman"/>
                <a:sym typeface="Times New Roman"/>
              </a:rPr>
            </a:br>
            <a:r>
              <a:rPr lang="en-US" sz="2800">
                <a:latin typeface="Times New Roman"/>
                <a:ea typeface="Times New Roman"/>
                <a:cs typeface="Times New Roman"/>
                <a:sym typeface="Times New Roman"/>
              </a:rPr>
              <a:t>Close the stream.</a:t>
            </a:r>
            <a:endParaRPr/>
          </a:p>
          <a:p>
            <a:pPr marL="342900" lvl="0" indent="-342900" algn="l" rtl="0">
              <a:lnSpc>
                <a:spcPct val="80000"/>
              </a:lnSpc>
              <a:spcBef>
                <a:spcPts val="560"/>
              </a:spcBef>
              <a:spcAft>
                <a:spcPts val="0"/>
              </a:spcAft>
              <a:buClr>
                <a:schemeClr val="dk1"/>
              </a:buClr>
              <a:buSzPts val="2800"/>
              <a:buFont typeface="Noto Sans Symbols"/>
              <a:buNone/>
            </a:pPr>
            <a:endParaRPr sz="2800">
              <a:latin typeface="Times New Roman"/>
              <a:ea typeface="Times New Roman"/>
              <a:cs typeface="Times New Roman"/>
              <a:sym typeface="Times New Roman"/>
            </a:endParaRPr>
          </a:p>
          <a:p>
            <a:pPr marL="342900" lvl="0" indent="-342900" algn="l" rtl="0">
              <a:lnSpc>
                <a:spcPct val="80000"/>
              </a:lnSpc>
              <a:spcBef>
                <a:spcPts val="56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 void </a:t>
            </a:r>
            <a:r>
              <a:rPr lang="en-US" sz="2800" b="1">
                <a:latin typeface="Times New Roman"/>
                <a:ea typeface="Times New Roman"/>
                <a:cs typeface="Times New Roman"/>
                <a:sym typeface="Times New Roman"/>
              </a:rPr>
              <a:t>mark</a:t>
            </a:r>
            <a:r>
              <a:rPr lang="en-US" sz="2800">
                <a:latin typeface="Times New Roman"/>
                <a:ea typeface="Times New Roman"/>
                <a:cs typeface="Times New Roman"/>
                <a:sym typeface="Times New Roman"/>
              </a:rPr>
              <a:t>(int numChars) </a:t>
            </a:r>
            <a:br>
              <a:rPr lang="en-US" sz="2800">
                <a:latin typeface="Times New Roman"/>
                <a:ea typeface="Times New Roman"/>
                <a:cs typeface="Times New Roman"/>
                <a:sym typeface="Times New Roman"/>
              </a:rPr>
            </a:br>
            <a:r>
              <a:rPr lang="en-US" sz="2800">
                <a:latin typeface="Times New Roman"/>
                <a:ea typeface="Times New Roman"/>
                <a:cs typeface="Times New Roman"/>
                <a:sym typeface="Times New Roman"/>
              </a:rPr>
              <a:t> Mark the present position in the stream that will remain valid until  </a:t>
            </a:r>
            <a:r>
              <a:rPr lang="en-US" sz="2800" i="1">
                <a:latin typeface="Times New Roman"/>
                <a:ea typeface="Times New Roman"/>
                <a:cs typeface="Times New Roman"/>
                <a:sym typeface="Times New Roman"/>
              </a:rPr>
              <a:t>numChars</a:t>
            </a:r>
            <a:r>
              <a:rPr lang="en-US" sz="2800">
                <a:latin typeface="Times New Roman"/>
                <a:ea typeface="Times New Roman"/>
                <a:cs typeface="Times New Roman"/>
                <a:sym typeface="Times New Roman"/>
              </a:rPr>
              <a:t> characters re read. </a:t>
            </a:r>
            <a:endParaRPr/>
          </a:p>
          <a:p>
            <a:pPr marL="342900" lvl="0" indent="-165100" algn="l" rtl="0">
              <a:lnSpc>
                <a:spcPct val="80000"/>
              </a:lnSpc>
              <a:spcBef>
                <a:spcPts val="560"/>
              </a:spcBef>
              <a:spcAft>
                <a:spcPts val="0"/>
              </a:spcAft>
              <a:buClr>
                <a:schemeClr val="dk1"/>
              </a:buClr>
              <a:buSzPts val="2800"/>
              <a:buFont typeface="Noto Sans Symbols"/>
              <a:buNone/>
            </a:pPr>
            <a:endParaRPr sz="2800">
              <a:latin typeface="Times New Roman"/>
              <a:ea typeface="Times New Roman"/>
              <a:cs typeface="Times New Roman"/>
              <a:sym typeface="Times New Roman"/>
            </a:endParaRPr>
          </a:p>
          <a:p>
            <a:pPr marL="342900" lvl="0" indent="-342900" algn="l" rtl="0">
              <a:lnSpc>
                <a:spcPct val="80000"/>
              </a:lnSpc>
              <a:spcBef>
                <a:spcPts val="56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void </a:t>
            </a:r>
            <a:r>
              <a:rPr lang="en-US" sz="2800" b="1">
                <a:latin typeface="Times New Roman"/>
                <a:ea typeface="Times New Roman"/>
                <a:cs typeface="Times New Roman"/>
                <a:sym typeface="Times New Roman"/>
              </a:rPr>
              <a:t>reset</a:t>
            </a:r>
            <a:r>
              <a:rPr lang="en-US" sz="2800">
                <a:latin typeface="Times New Roman"/>
                <a:ea typeface="Times New Roman"/>
                <a:cs typeface="Times New Roman"/>
                <a:sym typeface="Times New Roman"/>
              </a:rPr>
              <a:t>() </a:t>
            </a:r>
            <a:br>
              <a:rPr lang="en-US" sz="2800">
                <a:latin typeface="Times New Roman"/>
                <a:ea typeface="Times New Roman"/>
                <a:cs typeface="Times New Roman"/>
                <a:sym typeface="Times New Roman"/>
              </a:rPr>
            </a:br>
            <a:r>
              <a:rPr lang="en-US" sz="2800">
                <a:latin typeface="Times New Roman"/>
                <a:ea typeface="Times New Roman"/>
                <a:cs typeface="Times New Roman"/>
                <a:sym typeface="Times New Roman"/>
              </a:rPr>
              <a:t>Reset the stream. If the stream has been marked, then attempt to reposition it at the mark.</a:t>
            </a:r>
            <a:endParaRPr/>
          </a:p>
          <a:p>
            <a:pPr marL="342900" lvl="0" indent="-165100" algn="l" rtl="0">
              <a:lnSpc>
                <a:spcPct val="80000"/>
              </a:lnSpc>
              <a:spcBef>
                <a:spcPts val="560"/>
              </a:spcBef>
              <a:spcAft>
                <a:spcPts val="0"/>
              </a:spcAft>
              <a:buClr>
                <a:schemeClr val="dk1"/>
              </a:buClr>
              <a:buSzPts val="2800"/>
              <a:buFont typeface="Noto Sans Symbols"/>
              <a:buNone/>
            </a:pPr>
            <a:endParaRPr sz="2800">
              <a:latin typeface="Times New Roman"/>
              <a:ea typeface="Times New Roman"/>
              <a:cs typeface="Times New Roman"/>
              <a:sym typeface="Times New Roman"/>
            </a:endParaRPr>
          </a:p>
          <a:p>
            <a:pPr marL="342900" lvl="0" indent="-342900" algn="l" rtl="0">
              <a:lnSpc>
                <a:spcPct val="80000"/>
              </a:lnSpc>
              <a:spcBef>
                <a:spcPts val="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long </a:t>
            </a:r>
            <a:r>
              <a:rPr lang="en-US" sz="2800" b="1">
                <a:latin typeface="Times New Roman"/>
                <a:ea typeface="Times New Roman"/>
                <a:cs typeface="Times New Roman"/>
                <a:sym typeface="Times New Roman"/>
              </a:rPr>
              <a:t>skip</a:t>
            </a:r>
            <a:r>
              <a:rPr lang="en-US" sz="2800">
                <a:latin typeface="Times New Roman"/>
                <a:ea typeface="Times New Roman"/>
                <a:cs typeface="Times New Roman"/>
                <a:sym typeface="Times New Roman"/>
              </a:rPr>
              <a:t>(long n) </a:t>
            </a:r>
            <a:br>
              <a:rPr lang="en-US" sz="2800">
                <a:latin typeface="Times New Roman"/>
                <a:ea typeface="Times New Roman"/>
                <a:cs typeface="Times New Roman"/>
                <a:sym typeface="Times New Roman"/>
              </a:rPr>
            </a:br>
            <a:r>
              <a:rPr lang="en-US" sz="2800">
                <a:latin typeface="Times New Roman"/>
                <a:ea typeface="Times New Roman"/>
                <a:cs typeface="Times New Roman"/>
                <a:sym typeface="Times New Roman"/>
              </a:rPr>
              <a:t>  Skip characters. n is the number of characters to skip</a:t>
            </a:r>
            <a:endParaRPr/>
          </a:p>
          <a:p>
            <a:pPr marL="342900" lvl="0" indent="-342900" algn="l" rtl="0">
              <a:lnSpc>
                <a:spcPct val="80000"/>
              </a:lnSpc>
              <a:spcBef>
                <a:spcPts val="560"/>
              </a:spcBef>
              <a:spcAft>
                <a:spcPts val="0"/>
              </a:spcAft>
              <a:buClr>
                <a:schemeClr val="dk1"/>
              </a:buClr>
              <a:buSzPts val="2800"/>
              <a:buFont typeface="Arial"/>
              <a:buNone/>
            </a:pPr>
            <a:endParaRPr sz="2800">
              <a:latin typeface="Times New Roman"/>
              <a:ea typeface="Times New Roman"/>
              <a:cs typeface="Times New Roman"/>
              <a:sym typeface="Times New Roman"/>
            </a:endParaRPr>
          </a:p>
          <a:p>
            <a:pPr marL="342900" lvl="0" indent="-165100" algn="l" rtl="0">
              <a:lnSpc>
                <a:spcPct val="80000"/>
              </a:lnSpc>
              <a:spcBef>
                <a:spcPts val="560"/>
              </a:spcBef>
              <a:spcAft>
                <a:spcPts val="0"/>
              </a:spcAft>
              <a:buClr>
                <a:schemeClr val="dk1"/>
              </a:buClr>
              <a:buSzPts val="2800"/>
              <a:buFont typeface="Noto Sans Symbols"/>
              <a:buNone/>
            </a:pPr>
            <a:endParaRPr sz="2800">
              <a:latin typeface="Times New Roman"/>
              <a:ea typeface="Times New Roman"/>
              <a:cs typeface="Times New Roman"/>
              <a:sym typeface="Times New Roman"/>
            </a:endParaRPr>
          </a:p>
          <a:p>
            <a:pPr marL="342900" lvl="0" indent="-342900" algn="l" rtl="0">
              <a:lnSpc>
                <a:spcPct val="80000"/>
              </a:lnSpc>
              <a:spcBef>
                <a:spcPts val="560"/>
              </a:spcBef>
              <a:spcAft>
                <a:spcPts val="0"/>
              </a:spcAft>
              <a:buClr>
                <a:schemeClr val="dk1"/>
              </a:buClr>
              <a:buSzPts val="2800"/>
              <a:buFont typeface="Noto Sans Symbols"/>
              <a:buNone/>
            </a:pPr>
            <a:endParaRPr sz="2800">
              <a:latin typeface="Times New Roman"/>
              <a:ea typeface="Times New Roman"/>
              <a:cs typeface="Times New Roman"/>
              <a:sym typeface="Times New Roman"/>
            </a:endParaRPr>
          </a:p>
          <a:p>
            <a:pPr marL="342900" lvl="0" indent="-215900" algn="l" rtl="0">
              <a:lnSpc>
                <a:spcPct val="80000"/>
              </a:lnSpc>
              <a:spcBef>
                <a:spcPts val="400"/>
              </a:spcBef>
              <a:spcAft>
                <a:spcPts val="0"/>
              </a:spcAft>
              <a:buClr>
                <a:schemeClr val="dk1"/>
              </a:buClr>
              <a:buSzPts val="2000"/>
              <a:buFont typeface="Noto Sans Symbols"/>
              <a:buNone/>
            </a:pPr>
            <a:endParaRPr sz="2000">
              <a:latin typeface="Times New Roman"/>
              <a:ea typeface="Times New Roman"/>
              <a:cs typeface="Times New Roman"/>
              <a:sym typeface="Times New Roman"/>
            </a:endParaRPr>
          </a:p>
          <a:p>
            <a:pPr marL="342900" lvl="0" indent="-342900" algn="l" rtl="0">
              <a:lnSpc>
                <a:spcPct val="80000"/>
              </a:lnSpc>
              <a:spcBef>
                <a:spcPts val="400"/>
              </a:spcBef>
              <a:spcAft>
                <a:spcPts val="0"/>
              </a:spcAft>
              <a:buClr>
                <a:schemeClr val="dk1"/>
              </a:buClr>
              <a:buSzPts val="2000"/>
              <a:buFont typeface="Arial"/>
              <a:buNone/>
            </a:pPr>
            <a:endParaRPr sz="2000"/>
          </a:p>
          <a:p>
            <a:pPr marL="342900" lvl="0" indent="-342900" algn="l" rtl="0">
              <a:lnSpc>
                <a:spcPct val="80000"/>
              </a:lnSpc>
              <a:spcBef>
                <a:spcPts val="180"/>
              </a:spcBef>
              <a:spcAft>
                <a:spcPts val="0"/>
              </a:spcAft>
              <a:buClr>
                <a:schemeClr val="dk1"/>
              </a:buClr>
              <a:buSzPts val="900"/>
              <a:buFont typeface="Arial"/>
              <a:buNone/>
            </a:pPr>
            <a:endParaRPr sz="900"/>
          </a:p>
          <a:p>
            <a:pPr marL="342900" lvl="0" indent="-342900" algn="l" rtl="0">
              <a:lnSpc>
                <a:spcPct val="80000"/>
              </a:lnSpc>
              <a:spcBef>
                <a:spcPts val="160"/>
              </a:spcBef>
              <a:spcAft>
                <a:spcPts val="0"/>
              </a:spcAft>
              <a:buClr>
                <a:schemeClr val="dk1"/>
              </a:buClr>
              <a:buSzPts val="800"/>
              <a:buFont typeface="Courier New"/>
              <a:buNone/>
            </a:pPr>
            <a:r>
              <a:rPr lang="en-US" sz="800">
                <a:latin typeface="Courier New"/>
                <a:ea typeface="Courier New"/>
                <a:cs typeface="Courier New"/>
                <a:sym typeface="Courier New"/>
              </a:rPr>
              <a:t> </a:t>
            </a:r>
            <a:endParaRPr/>
          </a:p>
          <a:p>
            <a:pPr marL="342900" lvl="0" indent="-342900" algn="l" rtl="0">
              <a:lnSpc>
                <a:spcPct val="80000"/>
              </a:lnSpc>
              <a:spcBef>
                <a:spcPts val="240"/>
              </a:spcBef>
              <a:spcAft>
                <a:spcPts val="0"/>
              </a:spcAft>
              <a:buClr>
                <a:schemeClr val="dk1"/>
              </a:buClr>
              <a:buSzPts val="1200"/>
              <a:buFont typeface="Arial"/>
              <a:buNone/>
            </a:pPr>
            <a:endParaRPr sz="12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39"/>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39</a:t>
            </a:fld>
            <a:endParaRPr/>
          </a:p>
        </p:txBody>
      </p:sp>
      <p:sp>
        <p:nvSpPr>
          <p:cNvPr id="418" name="Google Shape;418;p39"/>
          <p:cNvSpPr txBox="1">
            <a:spLocks noGrp="1"/>
          </p:cNvSpPr>
          <p:nvPr>
            <p:ph type="title"/>
          </p:nvPr>
        </p:nvSpPr>
        <p:spPr>
          <a:xfrm>
            <a:off x="457200" y="-15240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Example-Reading Data from a File</a:t>
            </a:r>
            <a:endParaRPr/>
          </a:p>
        </p:txBody>
      </p:sp>
      <p:sp>
        <p:nvSpPr>
          <p:cNvPr id="419" name="Google Shape;419;p39"/>
          <p:cNvSpPr txBox="1">
            <a:spLocks noGrp="1"/>
          </p:cNvSpPr>
          <p:nvPr>
            <p:ph type="body" idx="1"/>
          </p:nvPr>
        </p:nvSpPr>
        <p:spPr>
          <a:xfrm>
            <a:off x="228600" y="990600"/>
            <a:ext cx="8686800" cy="4876800"/>
          </a:xfrm>
          <a:prstGeom prst="rect">
            <a:avLst/>
          </a:prstGeom>
          <a:noFill/>
          <a:ln>
            <a:noFill/>
          </a:ln>
        </p:spPr>
        <p:txBody>
          <a:bodyPr spcFirstLastPara="1" wrap="square" lIns="91425" tIns="45700" rIns="91425" bIns="45700" anchor="t" anchorCtr="0">
            <a:noAutofit/>
          </a:bodyPr>
          <a:lstStyle/>
          <a:p>
            <a:pPr marL="342900" lvl="0" indent="-342900" algn="l" rtl="0">
              <a:lnSpc>
                <a:spcPct val="80000"/>
              </a:lnSpc>
              <a:spcBef>
                <a:spcPts val="0"/>
              </a:spcBef>
              <a:spcAft>
                <a:spcPts val="0"/>
              </a:spcAft>
              <a:buClr>
                <a:schemeClr val="dk1"/>
              </a:buClr>
              <a:buSzPts val="2000"/>
              <a:buFont typeface="Times New Roman"/>
              <a:buNone/>
            </a:pPr>
            <a:r>
              <a:rPr lang="en-US" sz="2000" b="1">
                <a:latin typeface="Times New Roman"/>
                <a:ea typeface="Times New Roman"/>
                <a:cs typeface="Times New Roman"/>
                <a:sym typeface="Times New Roman"/>
              </a:rPr>
              <a:t>import java.io.*;</a:t>
            </a:r>
            <a:endParaRPr/>
          </a:p>
          <a:p>
            <a:pPr marL="342900" lvl="0" indent="-342900" algn="l" rtl="0">
              <a:lnSpc>
                <a:spcPct val="80000"/>
              </a:lnSpc>
              <a:spcBef>
                <a:spcPts val="400"/>
              </a:spcBef>
              <a:spcAft>
                <a:spcPts val="0"/>
              </a:spcAft>
              <a:buClr>
                <a:schemeClr val="dk1"/>
              </a:buClr>
              <a:buSzPts val="2000"/>
              <a:buFont typeface="Arial"/>
              <a:buNone/>
            </a:pPr>
            <a:endParaRPr sz="2000" b="1">
              <a:latin typeface="Times New Roman"/>
              <a:ea typeface="Times New Roman"/>
              <a:cs typeface="Times New Roman"/>
              <a:sym typeface="Times New Roman"/>
            </a:endParaRPr>
          </a:p>
          <a:p>
            <a:pPr marL="342900" lvl="0" indent="-342900" algn="l" rtl="0">
              <a:lnSpc>
                <a:spcPct val="80000"/>
              </a:lnSpc>
              <a:spcBef>
                <a:spcPts val="400"/>
              </a:spcBef>
              <a:spcAft>
                <a:spcPts val="0"/>
              </a:spcAft>
              <a:buClr>
                <a:schemeClr val="dk1"/>
              </a:buClr>
              <a:buSzPts val="2000"/>
              <a:buFont typeface="Times New Roman"/>
              <a:buNone/>
            </a:pPr>
            <a:r>
              <a:rPr lang="en-US" sz="2000" b="1">
                <a:latin typeface="Times New Roman"/>
                <a:ea typeface="Times New Roman"/>
                <a:cs typeface="Times New Roman"/>
                <a:sym typeface="Times New Roman"/>
              </a:rPr>
              <a:t>class fl_read</a:t>
            </a:r>
            <a:endParaRPr/>
          </a:p>
          <a:p>
            <a:pPr marL="342900" lvl="0" indent="-342900" algn="l" rtl="0">
              <a:lnSpc>
                <a:spcPct val="80000"/>
              </a:lnSpc>
              <a:spcBef>
                <a:spcPts val="400"/>
              </a:spcBef>
              <a:spcAft>
                <a:spcPts val="0"/>
              </a:spcAft>
              <a:buClr>
                <a:schemeClr val="dk1"/>
              </a:buClr>
              <a:buSzPts val="2000"/>
              <a:buFont typeface="Times New Roman"/>
              <a:buNone/>
            </a:pPr>
            <a:r>
              <a:rPr lang="en-US" sz="2000" b="1">
                <a:latin typeface="Times New Roman"/>
                <a:ea typeface="Times New Roman"/>
                <a:cs typeface="Times New Roman"/>
                <a:sym typeface="Times New Roman"/>
              </a:rPr>
              <a:t>{</a:t>
            </a:r>
            <a:endParaRPr/>
          </a:p>
          <a:p>
            <a:pPr marL="342900" lvl="0" indent="-342900" algn="l" rtl="0">
              <a:lnSpc>
                <a:spcPct val="80000"/>
              </a:lnSpc>
              <a:spcBef>
                <a:spcPts val="400"/>
              </a:spcBef>
              <a:spcAft>
                <a:spcPts val="0"/>
              </a:spcAft>
              <a:buClr>
                <a:schemeClr val="dk1"/>
              </a:buClr>
              <a:buSzPts val="2000"/>
              <a:buFont typeface="Times New Roman"/>
              <a:buNone/>
            </a:pPr>
            <a:r>
              <a:rPr lang="en-US" sz="2000" b="1">
                <a:latin typeface="Times New Roman"/>
                <a:ea typeface="Times New Roman"/>
                <a:cs typeface="Times New Roman"/>
                <a:sym typeface="Times New Roman"/>
              </a:rPr>
              <a:t>        public static void main(String args[]) throws IOException</a:t>
            </a:r>
            <a:endParaRPr/>
          </a:p>
          <a:p>
            <a:pPr marL="342900" lvl="0" indent="-342900" algn="l" rtl="0">
              <a:lnSpc>
                <a:spcPct val="80000"/>
              </a:lnSpc>
              <a:spcBef>
                <a:spcPts val="400"/>
              </a:spcBef>
              <a:spcAft>
                <a:spcPts val="0"/>
              </a:spcAft>
              <a:buClr>
                <a:schemeClr val="dk1"/>
              </a:buClr>
              <a:buSzPts val="2000"/>
              <a:buFont typeface="Times New Roman"/>
              <a:buNone/>
            </a:pPr>
            <a:r>
              <a:rPr lang="en-US" sz="2000" b="1">
                <a:latin typeface="Times New Roman"/>
                <a:ea typeface="Times New Roman"/>
                <a:cs typeface="Times New Roman"/>
                <a:sym typeface="Times New Roman"/>
              </a:rPr>
              <a:t>        {</a:t>
            </a:r>
            <a:endParaRPr/>
          </a:p>
          <a:p>
            <a:pPr marL="342900" lvl="0" indent="-342900" algn="l" rtl="0">
              <a:lnSpc>
                <a:spcPct val="80000"/>
              </a:lnSpc>
              <a:spcBef>
                <a:spcPts val="400"/>
              </a:spcBef>
              <a:spcAft>
                <a:spcPts val="0"/>
              </a:spcAft>
              <a:buClr>
                <a:schemeClr val="dk1"/>
              </a:buClr>
              <a:buSzPts val="2000"/>
              <a:buFont typeface="Arial"/>
              <a:buNone/>
            </a:pPr>
            <a:endParaRPr sz="2000" b="1">
              <a:latin typeface="Times New Roman"/>
              <a:ea typeface="Times New Roman"/>
              <a:cs typeface="Times New Roman"/>
              <a:sym typeface="Times New Roman"/>
            </a:endParaRPr>
          </a:p>
          <a:p>
            <a:pPr marL="342900" lvl="0" indent="-342900" algn="l" rtl="0">
              <a:lnSpc>
                <a:spcPct val="80000"/>
              </a:lnSpc>
              <a:spcBef>
                <a:spcPts val="400"/>
              </a:spcBef>
              <a:spcAft>
                <a:spcPts val="0"/>
              </a:spcAft>
              <a:buClr>
                <a:schemeClr val="dk1"/>
              </a:buClr>
              <a:buSzPts val="2000"/>
              <a:buFont typeface="Times New Roman"/>
              <a:buNone/>
            </a:pPr>
            <a:r>
              <a:rPr lang="en-US" sz="2000" b="1">
                <a:latin typeface="Times New Roman"/>
                <a:ea typeface="Times New Roman"/>
                <a:cs typeface="Times New Roman"/>
                <a:sym typeface="Times New Roman"/>
              </a:rPr>
              <a:t>                FileReader fr = new FileReader("c:\\test.txt");</a:t>
            </a:r>
            <a:endParaRPr/>
          </a:p>
          <a:p>
            <a:pPr marL="342900" lvl="0" indent="-342900" algn="l" rtl="0">
              <a:lnSpc>
                <a:spcPct val="80000"/>
              </a:lnSpc>
              <a:spcBef>
                <a:spcPts val="400"/>
              </a:spcBef>
              <a:spcAft>
                <a:spcPts val="0"/>
              </a:spcAft>
              <a:buClr>
                <a:schemeClr val="dk1"/>
              </a:buClr>
              <a:buSzPts val="2000"/>
              <a:buFont typeface="Times New Roman"/>
              <a:buNone/>
            </a:pPr>
            <a:r>
              <a:rPr lang="en-US" sz="2000" b="1">
                <a:latin typeface="Times New Roman"/>
                <a:ea typeface="Times New Roman"/>
                <a:cs typeface="Times New Roman"/>
                <a:sym typeface="Times New Roman"/>
              </a:rPr>
              <a:t>                BufferedReader br = new BufferedReader(fr);</a:t>
            </a:r>
            <a:endParaRPr/>
          </a:p>
          <a:p>
            <a:pPr marL="342900" lvl="0" indent="-342900" algn="l" rtl="0">
              <a:lnSpc>
                <a:spcPct val="80000"/>
              </a:lnSpc>
              <a:spcBef>
                <a:spcPts val="400"/>
              </a:spcBef>
              <a:spcAft>
                <a:spcPts val="0"/>
              </a:spcAft>
              <a:buClr>
                <a:schemeClr val="dk1"/>
              </a:buClr>
              <a:buSzPts val="2000"/>
              <a:buFont typeface="Arial"/>
              <a:buNone/>
            </a:pPr>
            <a:endParaRPr sz="2000" b="1">
              <a:latin typeface="Times New Roman"/>
              <a:ea typeface="Times New Roman"/>
              <a:cs typeface="Times New Roman"/>
              <a:sym typeface="Times New Roman"/>
            </a:endParaRPr>
          </a:p>
          <a:p>
            <a:pPr marL="342900" lvl="0" indent="-342900" algn="l" rtl="0">
              <a:lnSpc>
                <a:spcPct val="80000"/>
              </a:lnSpc>
              <a:spcBef>
                <a:spcPts val="400"/>
              </a:spcBef>
              <a:spcAft>
                <a:spcPts val="0"/>
              </a:spcAft>
              <a:buClr>
                <a:schemeClr val="dk1"/>
              </a:buClr>
              <a:buSzPts val="2000"/>
              <a:buFont typeface="Times New Roman"/>
              <a:buNone/>
            </a:pPr>
            <a:r>
              <a:rPr lang="en-US" sz="2000" b="1">
                <a:latin typeface="Times New Roman"/>
                <a:ea typeface="Times New Roman"/>
                <a:cs typeface="Times New Roman"/>
                <a:sym typeface="Times New Roman"/>
              </a:rPr>
              <a:t>                String str;</a:t>
            </a:r>
            <a:endParaRPr/>
          </a:p>
          <a:p>
            <a:pPr marL="342900" lvl="0" indent="-342900" algn="l" rtl="0">
              <a:lnSpc>
                <a:spcPct val="80000"/>
              </a:lnSpc>
              <a:spcBef>
                <a:spcPts val="400"/>
              </a:spcBef>
              <a:spcAft>
                <a:spcPts val="0"/>
              </a:spcAft>
              <a:buClr>
                <a:schemeClr val="dk1"/>
              </a:buClr>
              <a:buSzPts val="2000"/>
              <a:buFont typeface="Arial"/>
              <a:buNone/>
            </a:pPr>
            <a:endParaRPr sz="2000" b="1">
              <a:latin typeface="Times New Roman"/>
              <a:ea typeface="Times New Roman"/>
              <a:cs typeface="Times New Roman"/>
              <a:sym typeface="Times New Roman"/>
            </a:endParaRPr>
          </a:p>
          <a:p>
            <a:pPr marL="342900" lvl="0" indent="-342900" algn="l" rtl="0">
              <a:lnSpc>
                <a:spcPct val="80000"/>
              </a:lnSpc>
              <a:spcBef>
                <a:spcPts val="400"/>
              </a:spcBef>
              <a:spcAft>
                <a:spcPts val="0"/>
              </a:spcAft>
              <a:buClr>
                <a:schemeClr val="dk1"/>
              </a:buClr>
              <a:buSzPts val="2000"/>
              <a:buFont typeface="Times New Roman"/>
              <a:buNone/>
            </a:pPr>
            <a:r>
              <a:rPr lang="en-US" sz="2000" b="1">
                <a:latin typeface="Times New Roman"/>
                <a:ea typeface="Times New Roman"/>
                <a:cs typeface="Times New Roman"/>
                <a:sym typeface="Times New Roman"/>
              </a:rPr>
              <a:t>                while((str=br.readLine())!=null)</a:t>
            </a:r>
            <a:endParaRPr/>
          </a:p>
          <a:p>
            <a:pPr marL="342900" lvl="0" indent="-342900" algn="l" rtl="0">
              <a:lnSpc>
                <a:spcPct val="80000"/>
              </a:lnSpc>
              <a:spcBef>
                <a:spcPts val="400"/>
              </a:spcBef>
              <a:spcAft>
                <a:spcPts val="0"/>
              </a:spcAft>
              <a:buClr>
                <a:schemeClr val="dk1"/>
              </a:buClr>
              <a:buSzPts val="2000"/>
              <a:buFont typeface="Times New Roman"/>
              <a:buNone/>
            </a:pPr>
            <a:r>
              <a:rPr lang="en-US" sz="2000" b="1">
                <a:latin typeface="Times New Roman"/>
                <a:ea typeface="Times New Roman"/>
                <a:cs typeface="Times New Roman"/>
                <a:sym typeface="Times New Roman"/>
              </a:rPr>
              <a:t>                        System.out.println(str);</a:t>
            </a:r>
            <a:endParaRPr/>
          </a:p>
          <a:p>
            <a:pPr marL="342900" lvl="0" indent="-342900" algn="l" rtl="0">
              <a:lnSpc>
                <a:spcPct val="80000"/>
              </a:lnSpc>
              <a:spcBef>
                <a:spcPts val="400"/>
              </a:spcBef>
              <a:spcAft>
                <a:spcPts val="0"/>
              </a:spcAft>
              <a:buClr>
                <a:schemeClr val="dk1"/>
              </a:buClr>
              <a:buSzPts val="2000"/>
              <a:buFont typeface="Arial"/>
              <a:buNone/>
            </a:pPr>
            <a:endParaRPr sz="2000" b="1">
              <a:latin typeface="Times New Roman"/>
              <a:ea typeface="Times New Roman"/>
              <a:cs typeface="Times New Roman"/>
              <a:sym typeface="Times New Roman"/>
            </a:endParaRPr>
          </a:p>
          <a:p>
            <a:pPr marL="342900" lvl="0" indent="-342900" algn="l" rtl="0">
              <a:lnSpc>
                <a:spcPct val="80000"/>
              </a:lnSpc>
              <a:spcBef>
                <a:spcPts val="400"/>
              </a:spcBef>
              <a:spcAft>
                <a:spcPts val="0"/>
              </a:spcAft>
              <a:buClr>
                <a:schemeClr val="dk1"/>
              </a:buClr>
              <a:buSzPts val="2000"/>
              <a:buFont typeface="Times New Roman"/>
              <a:buNone/>
            </a:pPr>
            <a:r>
              <a:rPr lang="en-US" sz="2000" b="1">
                <a:latin typeface="Times New Roman"/>
                <a:ea typeface="Times New Roman"/>
                <a:cs typeface="Times New Roman"/>
                <a:sym typeface="Times New Roman"/>
              </a:rPr>
              <a:t>                fr.close();</a:t>
            </a:r>
            <a:endParaRPr/>
          </a:p>
          <a:p>
            <a:pPr marL="342900" lvl="0" indent="-342900" algn="l" rtl="0">
              <a:lnSpc>
                <a:spcPct val="80000"/>
              </a:lnSpc>
              <a:spcBef>
                <a:spcPts val="400"/>
              </a:spcBef>
              <a:spcAft>
                <a:spcPts val="0"/>
              </a:spcAft>
              <a:buClr>
                <a:schemeClr val="dk1"/>
              </a:buClr>
              <a:buSzPts val="2000"/>
              <a:buFont typeface="Times New Roman"/>
              <a:buNone/>
            </a:pPr>
            <a:r>
              <a:rPr lang="en-US" sz="2000" b="1">
                <a:latin typeface="Times New Roman"/>
                <a:ea typeface="Times New Roman"/>
                <a:cs typeface="Times New Roman"/>
                <a:sym typeface="Times New Roman"/>
              </a:rPr>
              <a:t>        }</a:t>
            </a:r>
            <a:endParaRPr/>
          </a:p>
          <a:p>
            <a:pPr marL="342900" lvl="0" indent="-342900" algn="l" rtl="0">
              <a:lnSpc>
                <a:spcPct val="80000"/>
              </a:lnSpc>
              <a:spcBef>
                <a:spcPts val="400"/>
              </a:spcBef>
              <a:spcAft>
                <a:spcPts val="0"/>
              </a:spcAft>
              <a:buClr>
                <a:schemeClr val="dk1"/>
              </a:buClr>
              <a:buSzPts val="2000"/>
              <a:buFont typeface="Times New Roman"/>
              <a:buNone/>
            </a:pPr>
            <a:r>
              <a:rPr lang="en-US" sz="2000" b="1">
                <a:latin typeface="Times New Roman"/>
                <a:ea typeface="Times New Roman"/>
                <a:cs typeface="Times New Roman"/>
                <a:sym typeface="Times New Roman"/>
              </a:rPr>
              <a:t>}</a:t>
            </a:r>
            <a:endParaRPr/>
          </a:p>
          <a:p>
            <a:pPr marL="342900" lvl="0" indent="-342900" algn="l" rtl="0">
              <a:lnSpc>
                <a:spcPct val="80000"/>
              </a:lnSpc>
              <a:spcBef>
                <a:spcPts val="400"/>
              </a:spcBef>
              <a:spcAft>
                <a:spcPts val="0"/>
              </a:spcAft>
              <a:buClr>
                <a:schemeClr val="dk1"/>
              </a:buClr>
              <a:buSzPts val="2000"/>
              <a:buFont typeface="Arial"/>
              <a:buNone/>
            </a:pPr>
            <a:endParaRPr sz="2000" b="1">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40"/>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40</a:t>
            </a:fld>
            <a:endParaRPr/>
          </a:p>
        </p:txBody>
      </p:sp>
      <p:sp>
        <p:nvSpPr>
          <p:cNvPr id="426" name="Google Shape;426;p4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FileWriter</a:t>
            </a:r>
            <a:endParaRPr/>
          </a:p>
        </p:txBody>
      </p:sp>
      <p:sp>
        <p:nvSpPr>
          <p:cNvPr id="427" name="Google Shape;427;p40"/>
          <p:cNvSpPr txBox="1">
            <a:spLocks noGrp="1"/>
          </p:cNvSpPr>
          <p:nvPr>
            <p:ph type="body" idx="1"/>
          </p:nvPr>
        </p:nvSpPr>
        <p:spPr>
          <a:xfrm>
            <a:off x="304800" y="1676400"/>
            <a:ext cx="8610600" cy="4419600"/>
          </a:xfrm>
          <a:prstGeom prst="rect">
            <a:avLst/>
          </a:prstGeom>
          <a:noFill/>
          <a:ln>
            <a:noFill/>
          </a:ln>
        </p:spPr>
        <p:txBody>
          <a:bodyPr spcFirstLastPara="1" wrap="square" lIns="91425" tIns="45700" rIns="91425" bIns="45700" anchor="t" anchorCtr="0">
            <a:noAutofit/>
          </a:bodyPr>
          <a:lstStyle/>
          <a:p>
            <a:pPr marL="342900" lvl="0" indent="-342900" algn="l" rtl="0">
              <a:lnSpc>
                <a:spcPct val="80000"/>
              </a:lnSpc>
              <a:spcBef>
                <a:spcPts val="0"/>
              </a:spcBef>
              <a:spcAft>
                <a:spcPts val="0"/>
              </a:spcAft>
              <a:buClr>
                <a:schemeClr val="dk1"/>
              </a:buClr>
              <a:buSzPts val="3200"/>
              <a:buFont typeface="Noto Sans Symbols"/>
              <a:buChar char="✔"/>
            </a:pPr>
            <a:r>
              <a:rPr lang="en-US">
                <a:latin typeface="Times New Roman"/>
                <a:ea typeface="Times New Roman"/>
                <a:cs typeface="Times New Roman"/>
                <a:sym typeface="Times New Roman"/>
              </a:rPr>
              <a:t>Class for writing character files </a:t>
            </a:r>
            <a:endParaRPr/>
          </a:p>
          <a:p>
            <a:pPr marL="342900" lvl="0" indent="-342900" algn="l" rtl="0">
              <a:lnSpc>
                <a:spcPct val="80000"/>
              </a:lnSpc>
              <a:spcBef>
                <a:spcPts val="640"/>
              </a:spcBef>
              <a:spcAft>
                <a:spcPts val="0"/>
              </a:spcAft>
              <a:buClr>
                <a:schemeClr val="dk1"/>
              </a:buClr>
              <a:buSzPts val="3200"/>
              <a:buFont typeface="Noto Sans Symbols"/>
              <a:buChar char="✔"/>
            </a:pPr>
            <a:r>
              <a:rPr lang="en-US">
                <a:latin typeface="Times New Roman"/>
                <a:ea typeface="Times New Roman"/>
                <a:cs typeface="Times New Roman"/>
                <a:sym typeface="Times New Roman"/>
              </a:rPr>
              <a:t>class </a:t>
            </a:r>
            <a:r>
              <a:rPr lang="en-US" b="1">
                <a:latin typeface="Times New Roman"/>
                <a:ea typeface="Times New Roman"/>
                <a:cs typeface="Times New Roman"/>
                <a:sym typeface="Times New Roman"/>
              </a:rPr>
              <a:t>FileWriter</a:t>
            </a:r>
            <a:r>
              <a:rPr lang="en-US">
                <a:latin typeface="Times New Roman"/>
                <a:ea typeface="Times New Roman"/>
                <a:cs typeface="Times New Roman"/>
                <a:sym typeface="Times New Roman"/>
              </a:rPr>
              <a:t> </a:t>
            </a:r>
            <a:endParaRPr/>
          </a:p>
          <a:p>
            <a:pPr marL="342900" lvl="0" indent="-342900" algn="l" rtl="0">
              <a:lnSpc>
                <a:spcPct val="80000"/>
              </a:lnSpc>
              <a:spcBef>
                <a:spcPts val="640"/>
              </a:spcBef>
              <a:spcAft>
                <a:spcPts val="0"/>
              </a:spcAft>
              <a:buClr>
                <a:schemeClr val="dk1"/>
              </a:buClr>
              <a:buSzPts val="3200"/>
              <a:buFont typeface="Times New Roman"/>
              <a:buNone/>
            </a:pPr>
            <a:r>
              <a:rPr lang="en-US">
                <a:latin typeface="Times New Roman"/>
                <a:ea typeface="Times New Roman"/>
                <a:cs typeface="Times New Roman"/>
                <a:sym typeface="Times New Roman"/>
              </a:rPr>
              <a:t>	extends </a:t>
            </a:r>
            <a:r>
              <a:rPr lang="en-US" b="1">
                <a:latin typeface="Times New Roman"/>
                <a:ea typeface="Times New Roman"/>
                <a:cs typeface="Times New Roman"/>
                <a:sym typeface="Times New Roman"/>
              </a:rPr>
              <a:t>Writer</a:t>
            </a:r>
            <a:endParaRPr/>
          </a:p>
          <a:p>
            <a:pPr marL="342900" lvl="0" indent="-342900" algn="l" rtl="0">
              <a:lnSpc>
                <a:spcPct val="80000"/>
              </a:lnSpc>
              <a:spcBef>
                <a:spcPts val="640"/>
              </a:spcBef>
              <a:spcAft>
                <a:spcPts val="0"/>
              </a:spcAft>
              <a:buClr>
                <a:schemeClr val="dk1"/>
              </a:buClr>
              <a:buSzPts val="3200"/>
              <a:buFont typeface="Times New Roman"/>
              <a:buNone/>
            </a:pPr>
            <a:r>
              <a:rPr lang="en-US" b="1" u="sng">
                <a:latin typeface="Times New Roman"/>
                <a:ea typeface="Times New Roman"/>
                <a:cs typeface="Times New Roman"/>
                <a:sym typeface="Times New Roman"/>
              </a:rPr>
              <a:t>Constructors:</a:t>
            </a:r>
            <a:endParaRPr/>
          </a:p>
          <a:p>
            <a:pPr marL="342900" lvl="0" indent="-342900" algn="l" rtl="0">
              <a:lnSpc>
                <a:spcPct val="80000"/>
              </a:lnSpc>
              <a:spcBef>
                <a:spcPts val="640"/>
              </a:spcBef>
              <a:spcAft>
                <a:spcPts val="0"/>
              </a:spcAft>
              <a:buClr>
                <a:schemeClr val="dk1"/>
              </a:buClr>
              <a:buSzPts val="3200"/>
              <a:buFont typeface="Times New Roman"/>
              <a:buNone/>
            </a:pPr>
            <a:r>
              <a:rPr lang="en-US" b="1">
                <a:latin typeface="Times New Roman"/>
                <a:ea typeface="Times New Roman"/>
                <a:cs typeface="Times New Roman"/>
                <a:sym typeface="Times New Roman"/>
              </a:rPr>
              <a:t>FileWriter </a:t>
            </a:r>
            <a:r>
              <a:rPr lang="en-US">
                <a:latin typeface="Times New Roman"/>
                <a:ea typeface="Times New Roman"/>
                <a:cs typeface="Times New Roman"/>
                <a:sym typeface="Times New Roman"/>
              </a:rPr>
              <a:t>(File fp) </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Constructs a FileWriter object given a File object.</a:t>
            </a:r>
            <a:endParaRPr/>
          </a:p>
          <a:p>
            <a:pPr marL="342900" lvl="0" indent="-342900" algn="l" rtl="0">
              <a:lnSpc>
                <a:spcPct val="80000"/>
              </a:lnSpc>
              <a:spcBef>
                <a:spcPts val="640"/>
              </a:spcBef>
              <a:spcAft>
                <a:spcPts val="0"/>
              </a:spcAft>
              <a:buClr>
                <a:schemeClr val="dk1"/>
              </a:buClr>
              <a:buSzPts val="3200"/>
              <a:buFont typeface="Arial"/>
              <a:buNone/>
            </a:pPr>
            <a:endParaRPr>
              <a:latin typeface="Times New Roman"/>
              <a:ea typeface="Times New Roman"/>
              <a:cs typeface="Times New Roman"/>
              <a:sym typeface="Times New Roman"/>
            </a:endParaRPr>
          </a:p>
          <a:p>
            <a:pPr marL="342900" lvl="0" indent="-342900" algn="l" rtl="0">
              <a:lnSpc>
                <a:spcPct val="80000"/>
              </a:lnSpc>
              <a:spcBef>
                <a:spcPts val="640"/>
              </a:spcBef>
              <a:spcAft>
                <a:spcPts val="0"/>
              </a:spcAft>
              <a:buClr>
                <a:schemeClr val="dk1"/>
              </a:buClr>
              <a:buSzPts val="3200"/>
              <a:buFont typeface="Times New Roman"/>
              <a:buNone/>
            </a:pPr>
            <a:r>
              <a:rPr lang="en-US" b="1">
                <a:latin typeface="Times New Roman"/>
                <a:ea typeface="Times New Roman"/>
                <a:cs typeface="Times New Roman"/>
                <a:sym typeface="Times New Roman"/>
              </a:rPr>
              <a:t>FileWriter</a:t>
            </a:r>
            <a:r>
              <a:rPr lang="en-US">
                <a:latin typeface="Times New Roman"/>
                <a:ea typeface="Times New Roman"/>
                <a:cs typeface="Times New Roman"/>
                <a:sym typeface="Times New Roman"/>
              </a:rPr>
              <a:t>(File fp, boolean append) </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Constructs a FileWriter object given a File object. If the boolean is true, then bytes will be written to the end of the file rather than the beginning.</a:t>
            </a:r>
            <a:r>
              <a:rPr lang="en-US" b="1">
                <a:latin typeface="Times New Roman"/>
                <a:ea typeface="Times New Roman"/>
                <a:cs typeface="Times New Roman"/>
                <a:sym typeface="Times New Roman"/>
              </a:rPr>
              <a:t> </a:t>
            </a:r>
            <a:endParaRPr/>
          </a:p>
          <a:p>
            <a:pPr marL="342900" lvl="0" indent="-342900" algn="l" rtl="0">
              <a:lnSpc>
                <a:spcPct val="80000"/>
              </a:lnSpc>
              <a:spcBef>
                <a:spcPts val="640"/>
              </a:spcBef>
              <a:spcAft>
                <a:spcPts val="0"/>
              </a:spcAft>
              <a:buClr>
                <a:schemeClr val="dk1"/>
              </a:buClr>
              <a:buSzPts val="3200"/>
              <a:buFont typeface="Arial"/>
              <a:buNone/>
            </a:pPr>
            <a:endParaRPr b="1">
              <a:latin typeface="Times New Roman"/>
              <a:ea typeface="Times New Roman"/>
              <a:cs typeface="Times New Roman"/>
              <a:sym typeface="Times New Roman"/>
            </a:endParaRPr>
          </a:p>
          <a:p>
            <a:pPr marL="342900" lvl="0" indent="-342900" algn="l" rtl="0">
              <a:lnSpc>
                <a:spcPct val="80000"/>
              </a:lnSpc>
              <a:spcBef>
                <a:spcPts val="640"/>
              </a:spcBef>
              <a:spcAft>
                <a:spcPts val="0"/>
              </a:spcAft>
              <a:buClr>
                <a:schemeClr val="dk1"/>
              </a:buClr>
              <a:buSzPts val="3200"/>
              <a:buFont typeface="Arial"/>
              <a:buNone/>
            </a:pPr>
            <a:endParaRPr b="1">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41"/>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41</a:t>
            </a:fld>
            <a:endParaRPr/>
          </a:p>
        </p:txBody>
      </p:sp>
      <p:sp>
        <p:nvSpPr>
          <p:cNvPr id="434" name="Google Shape;434;p41"/>
          <p:cNvSpPr txBox="1">
            <a:spLocks noGrp="1"/>
          </p:cNvSpPr>
          <p:nvPr>
            <p:ph type="title"/>
          </p:nvPr>
        </p:nvSpPr>
        <p:spPr>
          <a:xfrm>
            <a:off x="685800" y="228600"/>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FileWriter-Constructors</a:t>
            </a:r>
            <a:endParaRPr/>
          </a:p>
        </p:txBody>
      </p:sp>
      <p:sp>
        <p:nvSpPr>
          <p:cNvPr id="435" name="Google Shape;435;p41"/>
          <p:cNvSpPr txBox="1">
            <a:spLocks noGrp="1"/>
          </p:cNvSpPr>
          <p:nvPr>
            <p:ph type="body" idx="1"/>
          </p:nvPr>
        </p:nvSpPr>
        <p:spPr>
          <a:xfrm>
            <a:off x="381000" y="1447800"/>
            <a:ext cx="8382000" cy="47244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2800"/>
              <a:buFont typeface="Times New Roman"/>
              <a:buNone/>
            </a:pPr>
            <a:r>
              <a:rPr lang="en-US" sz="2800" b="1">
                <a:latin typeface="Times New Roman"/>
                <a:ea typeface="Times New Roman"/>
                <a:cs typeface="Times New Roman"/>
                <a:sym typeface="Times New Roman"/>
              </a:rPr>
              <a:t>FileWriter</a:t>
            </a:r>
            <a:r>
              <a:rPr lang="en-US" sz="2800">
                <a:latin typeface="Times New Roman"/>
                <a:ea typeface="Times New Roman"/>
                <a:cs typeface="Times New Roman"/>
                <a:sym typeface="Times New Roman"/>
              </a:rPr>
              <a:t>(String fileName) </a:t>
            </a:r>
            <a:br>
              <a:rPr lang="en-US" sz="2800">
                <a:latin typeface="Times New Roman"/>
                <a:ea typeface="Times New Roman"/>
                <a:cs typeface="Times New Roman"/>
                <a:sym typeface="Times New Roman"/>
              </a:rPr>
            </a:br>
            <a:r>
              <a:rPr lang="en-US" sz="2800">
                <a:latin typeface="Times New Roman"/>
                <a:ea typeface="Times New Roman"/>
                <a:cs typeface="Times New Roman"/>
                <a:sym typeface="Times New Roman"/>
              </a:rPr>
              <a:t>Constructs a FileWriter object given a file name.</a:t>
            </a:r>
            <a:endParaRPr/>
          </a:p>
          <a:p>
            <a:pPr marL="342900" lvl="0" indent="-342900" algn="l" rtl="0">
              <a:lnSpc>
                <a:spcPct val="90000"/>
              </a:lnSpc>
              <a:spcBef>
                <a:spcPts val="560"/>
              </a:spcBef>
              <a:spcAft>
                <a:spcPts val="0"/>
              </a:spcAft>
              <a:buClr>
                <a:schemeClr val="dk1"/>
              </a:buClr>
              <a:buSzPts val="2800"/>
              <a:buFont typeface="Arial"/>
              <a:buNone/>
            </a:pPr>
            <a:endParaRPr sz="2800">
              <a:latin typeface="Times New Roman"/>
              <a:ea typeface="Times New Roman"/>
              <a:cs typeface="Times New Roman"/>
              <a:sym typeface="Times New Roman"/>
            </a:endParaRPr>
          </a:p>
          <a:p>
            <a:pPr marL="342900" lvl="0" indent="-342900" algn="l" rtl="0">
              <a:lnSpc>
                <a:spcPct val="90000"/>
              </a:lnSpc>
              <a:spcBef>
                <a:spcPts val="560"/>
              </a:spcBef>
              <a:spcAft>
                <a:spcPts val="0"/>
              </a:spcAft>
              <a:buClr>
                <a:schemeClr val="dk1"/>
              </a:buClr>
              <a:buSzPts val="2800"/>
              <a:buFont typeface="Times New Roman"/>
              <a:buNone/>
            </a:pPr>
            <a:r>
              <a:rPr lang="en-US" sz="2800" b="1">
                <a:latin typeface="Times New Roman"/>
                <a:ea typeface="Times New Roman"/>
                <a:cs typeface="Times New Roman"/>
                <a:sym typeface="Times New Roman"/>
              </a:rPr>
              <a:t>FileWriter</a:t>
            </a:r>
            <a:r>
              <a:rPr lang="en-US" sz="2800">
                <a:latin typeface="Times New Roman"/>
                <a:ea typeface="Times New Roman"/>
                <a:cs typeface="Times New Roman"/>
                <a:sym typeface="Times New Roman"/>
              </a:rPr>
              <a:t> (String fileName, boolean append) </a:t>
            </a:r>
            <a:br>
              <a:rPr lang="en-US" sz="2800">
                <a:latin typeface="Times New Roman"/>
                <a:ea typeface="Times New Roman"/>
                <a:cs typeface="Times New Roman"/>
                <a:sym typeface="Times New Roman"/>
              </a:rPr>
            </a:br>
            <a:r>
              <a:rPr lang="en-US" sz="2800">
                <a:latin typeface="Times New Roman"/>
                <a:ea typeface="Times New Roman"/>
                <a:cs typeface="Times New Roman"/>
                <a:sym typeface="Times New Roman"/>
              </a:rPr>
              <a:t>Constructs a FileWriter object given a file name with a boolean indicating whether or not to append the data written. If boolean is true, then the data will be written to the end of the file rather than the beginning</a:t>
            </a:r>
            <a:endParaRPr/>
          </a:p>
          <a:p>
            <a:pPr marL="342900" lvl="0" indent="-342900" algn="l" rtl="0">
              <a:lnSpc>
                <a:spcPct val="90000"/>
              </a:lnSpc>
              <a:spcBef>
                <a:spcPts val="560"/>
              </a:spcBef>
              <a:spcAft>
                <a:spcPts val="0"/>
              </a:spcAft>
              <a:buClr>
                <a:schemeClr val="dk1"/>
              </a:buClr>
              <a:buSzPts val="2800"/>
              <a:buFont typeface="Arial"/>
              <a:buNone/>
            </a:pPr>
            <a:endParaRPr sz="2800">
              <a:latin typeface="Times New Roman"/>
              <a:ea typeface="Times New Roman"/>
              <a:cs typeface="Times New Roman"/>
              <a:sym typeface="Times New Roman"/>
            </a:endParaRPr>
          </a:p>
          <a:p>
            <a:pPr marL="342900" lvl="0" indent="-165100" algn="l" rtl="0">
              <a:lnSpc>
                <a:spcPct val="90000"/>
              </a:lnSpc>
              <a:spcBef>
                <a:spcPts val="560"/>
              </a:spcBef>
              <a:spcAft>
                <a:spcPts val="0"/>
              </a:spcAft>
              <a:buClr>
                <a:schemeClr val="dk1"/>
              </a:buClr>
              <a:buSzPts val="2800"/>
              <a:buFont typeface="Arial"/>
              <a:buNone/>
            </a:pPr>
            <a:endParaRPr sz="2800">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42"/>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42</a:t>
            </a:fld>
            <a:endParaRPr/>
          </a:p>
        </p:txBody>
      </p:sp>
      <p:sp>
        <p:nvSpPr>
          <p:cNvPr id="442" name="Google Shape;442;p4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FileWriter Methods</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(Inherited from Writer)</a:t>
            </a: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p:txBody>
      </p:sp>
      <p:sp>
        <p:nvSpPr>
          <p:cNvPr id="443" name="Google Shape;443;p42"/>
          <p:cNvSpPr txBox="1">
            <a:spLocks noGrp="1"/>
          </p:cNvSpPr>
          <p:nvPr>
            <p:ph type="body" idx="1"/>
          </p:nvPr>
        </p:nvSpPr>
        <p:spPr>
          <a:xfrm>
            <a:off x="762000" y="1676400"/>
            <a:ext cx="77724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2800"/>
              <a:buFont typeface="Times New Roman"/>
              <a:buNone/>
            </a:pPr>
            <a:r>
              <a:rPr lang="en-US" sz="2800">
                <a:latin typeface="Times New Roman"/>
                <a:ea typeface="Times New Roman"/>
                <a:cs typeface="Times New Roman"/>
                <a:sym typeface="Times New Roman"/>
              </a:rPr>
              <a:t>Same methods as those in </a:t>
            </a:r>
            <a:r>
              <a:rPr lang="en-US" sz="2800" b="1">
                <a:latin typeface="Times New Roman"/>
                <a:ea typeface="Times New Roman"/>
                <a:cs typeface="Times New Roman"/>
                <a:sym typeface="Times New Roman"/>
              </a:rPr>
              <a:t>Writer</a:t>
            </a:r>
            <a:r>
              <a:rPr lang="en-US" sz="2800">
                <a:latin typeface="Times New Roman"/>
                <a:ea typeface="Times New Roman"/>
                <a:cs typeface="Times New Roman"/>
                <a:sym typeface="Times New Roman"/>
              </a:rPr>
              <a:t> class.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43"/>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43</a:t>
            </a:fld>
            <a:endParaRPr/>
          </a:p>
        </p:txBody>
      </p:sp>
      <p:sp>
        <p:nvSpPr>
          <p:cNvPr id="449" name="Google Shape;449;p43"/>
          <p:cNvSpPr txBox="1">
            <a:spLocks noGrp="1"/>
          </p:cNvSpPr>
          <p:nvPr>
            <p:ph type="title"/>
          </p:nvPr>
        </p:nvSpPr>
        <p:spPr>
          <a:xfrm>
            <a:off x="533400" y="-228600"/>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Example-Writing Data into a File</a:t>
            </a:r>
            <a:endParaRPr/>
          </a:p>
        </p:txBody>
      </p:sp>
      <p:sp>
        <p:nvSpPr>
          <p:cNvPr id="450" name="Google Shape;450;p43"/>
          <p:cNvSpPr txBox="1">
            <a:spLocks noGrp="1"/>
          </p:cNvSpPr>
          <p:nvPr>
            <p:ph type="body" idx="1"/>
          </p:nvPr>
        </p:nvSpPr>
        <p:spPr>
          <a:xfrm>
            <a:off x="304800" y="1066800"/>
            <a:ext cx="8382000" cy="5638800"/>
          </a:xfrm>
          <a:prstGeom prst="rect">
            <a:avLst/>
          </a:prstGeom>
          <a:noFill/>
          <a:ln>
            <a:noFill/>
          </a:ln>
        </p:spPr>
        <p:txBody>
          <a:bodyPr spcFirstLastPara="1" wrap="square" lIns="91425" tIns="45700" rIns="91425" bIns="45700" anchor="t" anchorCtr="0">
            <a:noAutofit/>
          </a:bodyPr>
          <a:lstStyle/>
          <a:p>
            <a:pPr marL="342900" lvl="0" indent="-342900" algn="l" rtl="0">
              <a:lnSpc>
                <a:spcPct val="80000"/>
              </a:lnSpc>
              <a:spcBef>
                <a:spcPts val="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import java.io.*;</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class f_wt1</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public static void main(String args[]) throws IOException</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FileWriter fw=new FileWriter("c:\\tmp12.txt",true);</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BufferedReader in=new BufferedReader(new InputStreamReader(System.in));</a:t>
            </a:r>
            <a:endParaRPr/>
          </a:p>
          <a:p>
            <a:pPr marL="342900" lvl="0" indent="-342900" algn="l" rtl="0">
              <a:lnSpc>
                <a:spcPct val="80000"/>
              </a:lnSpc>
              <a:spcBef>
                <a:spcPts val="280"/>
              </a:spcBef>
              <a:spcAft>
                <a:spcPts val="0"/>
              </a:spcAft>
              <a:buClr>
                <a:schemeClr val="dk1"/>
              </a:buClr>
              <a:buSzPts val="1400"/>
              <a:buFont typeface="Arial"/>
              <a:buNone/>
            </a:pPr>
            <a:endParaRPr sz="1400" b="1">
              <a:latin typeface="Times New Roman"/>
              <a:ea typeface="Times New Roman"/>
              <a:cs typeface="Times New Roman"/>
              <a:sym typeface="Times New Roman"/>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char  buf;</a:t>
            </a:r>
            <a:endParaRPr/>
          </a:p>
          <a:p>
            <a:pPr marL="342900" lvl="0" indent="-342900" algn="l" rtl="0">
              <a:lnSpc>
                <a:spcPct val="80000"/>
              </a:lnSpc>
              <a:spcBef>
                <a:spcPts val="280"/>
              </a:spcBef>
              <a:spcAft>
                <a:spcPts val="0"/>
              </a:spcAft>
              <a:buClr>
                <a:schemeClr val="dk1"/>
              </a:buClr>
              <a:buSzPts val="1400"/>
              <a:buFont typeface="Arial"/>
              <a:buNone/>
            </a:pPr>
            <a:endParaRPr sz="1400" b="1">
              <a:latin typeface="Times New Roman"/>
              <a:ea typeface="Times New Roman"/>
              <a:cs typeface="Times New Roman"/>
              <a:sym typeface="Times New Roman"/>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while(true)</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buf=(char)in.read();</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if(buf=='0')</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break;</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else</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fw.write(buf);</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in.close();</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fw.close();</a:t>
            </a:r>
            <a:endParaRPr/>
          </a:p>
          <a:p>
            <a:pPr marL="342900" lvl="0" indent="-342900" algn="l" rtl="0">
              <a:lnSpc>
                <a:spcPct val="80000"/>
              </a:lnSpc>
              <a:spcBef>
                <a:spcPts val="280"/>
              </a:spcBef>
              <a:spcAft>
                <a:spcPts val="0"/>
              </a:spcAft>
              <a:buClr>
                <a:schemeClr val="dk1"/>
              </a:buClr>
              <a:buSzPts val="1400"/>
              <a:buFont typeface="Times New Roman"/>
              <a:buNone/>
            </a:pPr>
            <a:r>
              <a:rPr lang="en-US" sz="1400" b="1">
                <a:latin typeface="Times New Roman"/>
                <a:ea typeface="Times New Roman"/>
                <a:cs typeface="Times New Roman"/>
                <a:sym typeface="Times New Roman"/>
              </a:rPr>
              <a:t>        }</a:t>
            </a:r>
            <a:endParaRPr/>
          </a:p>
          <a:p>
            <a:pPr marL="342900" lvl="0" indent="-342900" algn="l" rtl="0">
              <a:lnSpc>
                <a:spcPct val="80000"/>
              </a:lnSpc>
              <a:spcBef>
                <a:spcPts val="280"/>
              </a:spcBef>
              <a:spcAft>
                <a:spcPts val="0"/>
              </a:spcAft>
              <a:buClr>
                <a:schemeClr val="dk1"/>
              </a:buClr>
              <a:buSzPts val="1400"/>
              <a:buFont typeface="Arial"/>
              <a:buNone/>
            </a:pPr>
            <a:endParaRPr sz="1400" b="1">
              <a:latin typeface="Times New Roman"/>
              <a:ea typeface="Times New Roman"/>
              <a:cs typeface="Times New Roman"/>
              <a:sym typeface="Times New Roman"/>
            </a:endParaRPr>
          </a:p>
          <a:p>
            <a:pPr marL="342900" lvl="0" indent="-342900" algn="l" rtl="0">
              <a:lnSpc>
                <a:spcPct val="80000"/>
              </a:lnSpc>
              <a:spcBef>
                <a:spcPts val="280"/>
              </a:spcBef>
              <a:spcAft>
                <a:spcPts val="0"/>
              </a:spcAft>
              <a:buClr>
                <a:schemeClr val="dk1"/>
              </a:buClr>
              <a:buSzPts val="1400"/>
              <a:buFont typeface="Arial"/>
              <a:buNone/>
            </a:pPr>
            <a:r>
              <a:rPr lang="en-US" sz="1400" b="1"/>
              <a:t>}</a:t>
            </a:r>
            <a:endParaRPr/>
          </a:p>
          <a:p>
            <a:pPr marL="342900" lvl="0" indent="-254000" algn="l" rtl="0">
              <a:lnSpc>
                <a:spcPct val="80000"/>
              </a:lnSpc>
              <a:spcBef>
                <a:spcPts val="280"/>
              </a:spcBef>
              <a:spcAft>
                <a:spcPts val="0"/>
              </a:spcAft>
              <a:buClr>
                <a:schemeClr val="dk1"/>
              </a:buClr>
              <a:buSzPts val="1400"/>
              <a:buFont typeface="Arial"/>
              <a:buNone/>
            </a:pPr>
            <a:endParaRPr sz="1400" b="1"/>
          </a:p>
          <a:p>
            <a:pPr marL="342900" lvl="0" indent="-342900" algn="l" rtl="0">
              <a:lnSpc>
                <a:spcPct val="80000"/>
              </a:lnSpc>
              <a:spcBef>
                <a:spcPts val="280"/>
              </a:spcBef>
              <a:spcAft>
                <a:spcPts val="0"/>
              </a:spcAft>
              <a:buClr>
                <a:schemeClr val="dk1"/>
              </a:buClr>
              <a:buSzPts val="1400"/>
              <a:buFont typeface="Arial"/>
              <a:buNone/>
            </a:pPr>
            <a:endParaRPr sz="1400" b="1"/>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44"/>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44</a:t>
            </a:fld>
            <a:endParaRPr/>
          </a:p>
        </p:txBody>
      </p:sp>
      <p:sp>
        <p:nvSpPr>
          <p:cNvPr id="456" name="Google Shape;456;p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Output</a:t>
            </a:r>
            <a:endParaRPr/>
          </a:p>
        </p:txBody>
      </p:sp>
      <p:sp>
        <p:nvSpPr>
          <p:cNvPr id="457" name="Google Shape;457;p4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Font typeface="Times New Roman"/>
              <a:buNone/>
            </a:pPr>
            <a:r>
              <a:rPr lang="en-US" sz="2400" b="1">
                <a:latin typeface="Times New Roman"/>
                <a:ea typeface="Times New Roman"/>
                <a:cs typeface="Times New Roman"/>
                <a:sym typeface="Times New Roman"/>
              </a:rPr>
              <a:t>Input from the keyboard:</a:t>
            </a:r>
            <a:endParaRPr/>
          </a:p>
          <a:p>
            <a:pPr marL="342900" lvl="0" indent="-342900" algn="l" rtl="0">
              <a:spcBef>
                <a:spcPts val="480"/>
              </a:spcBef>
              <a:spcAft>
                <a:spcPts val="0"/>
              </a:spcAft>
              <a:buClr>
                <a:schemeClr val="dk1"/>
              </a:buClr>
              <a:buSzPts val="2400"/>
              <a:buFont typeface="Times New Roman"/>
              <a:buNone/>
            </a:pPr>
            <a:r>
              <a:rPr lang="en-US" sz="2400">
                <a:latin typeface="Times New Roman"/>
                <a:ea typeface="Times New Roman"/>
                <a:cs typeface="Times New Roman"/>
                <a:sym typeface="Times New Roman"/>
              </a:rPr>
              <a:t>1</a:t>
            </a:r>
            <a:endParaRPr/>
          </a:p>
          <a:p>
            <a:pPr marL="342900" lvl="0" indent="-342900" algn="l" rtl="0">
              <a:spcBef>
                <a:spcPts val="480"/>
              </a:spcBef>
              <a:spcAft>
                <a:spcPts val="0"/>
              </a:spcAft>
              <a:buClr>
                <a:schemeClr val="dk1"/>
              </a:buClr>
              <a:buSzPts val="2400"/>
              <a:buFont typeface="Times New Roman"/>
              <a:buNone/>
            </a:pPr>
            <a:r>
              <a:rPr lang="en-US" sz="2400">
                <a:latin typeface="Times New Roman"/>
                <a:ea typeface="Times New Roman"/>
                <a:cs typeface="Times New Roman"/>
                <a:sym typeface="Times New Roman"/>
              </a:rPr>
              <a:t>2</a:t>
            </a:r>
            <a:endParaRPr/>
          </a:p>
          <a:p>
            <a:pPr marL="342900" lvl="0" indent="-342900" algn="l" rtl="0">
              <a:spcBef>
                <a:spcPts val="480"/>
              </a:spcBef>
              <a:spcAft>
                <a:spcPts val="0"/>
              </a:spcAft>
              <a:buClr>
                <a:schemeClr val="dk1"/>
              </a:buClr>
              <a:buSzPts val="2400"/>
              <a:buFont typeface="Times New Roman"/>
              <a:buNone/>
            </a:pPr>
            <a:r>
              <a:rPr lang="en-US" sz="2400">
                <a:latin typeface="Times New Roman"/>
                <a:ea typeface="Times New Roman"/>
                <a:cs typeface="Times New Roman"/>
                <a:sym typeface="Times New Roman"/>
              </a:rPr>
              <a:t>3</a:t>
            </a:r>
            <a:endParaRPr/>
          </a:p>
          <a:p>
            <a:pPr marL="342900" lvl="0" indent="-342900" algn="l" rtl="0">
              <a:spcBef>
                <a:spcPts val="480"/>
              </a:spcBef>
              <a:spcAft>
                <a:spcPts val="0"/>
              </a:spcAft>
              <a:buClr>
                <a:schemeClr val="dk1"/>
              </a:buClr>
              <a:buSzPts val="2400"/>
              <a:buFont typeface="Times New Roman"/>
              <a:buNone/>
            </a:pPr>
            <a:r>
              <a:rPr lang="en-US" sz="2400">
                <a:latin typeface="Times New Roman"/>
                <a:ea typeface="Times New Roman"/>
                <a:cs typeface="Times New Roman"/>
                <a:sym typeface="Times New Roman"/>
              </a:rPr>
              <a:t>0</a:t>
            </a:r>
            <a:endParaRPr/>
          </a:p>
          <a:p>
            <a:pPr marL="342900" lvl="0" indent="-342900" algn="l" rtl="0">
              <a:spcBef>
                <a:spcPts val="480"/>
              </a:spcBef>
              <a:spcAft>
                <a:spcPts val="0"/>
              </a:spcAft>
              <a:buClr>
                <a:schemeClr val="dk1"/>
              </a:buClr>
              <a:buSzPts val="2400"/>
              <a:buFont typeface="Arial"/>
              <a:buNone/>
            </a:pPr>
            <a:endParaRPr sz="2400">
              <a:latin typeface="Times New Roman"/>
              <a:ea typeface="Times New Roman"/>
              <a:cs typeface="Times New Roman"/>
              <a:sym typeface="Times New Roman"/>
            </a:endParaRPr>
          </a:p>
          <a:p>
            <a:pPr marL="342900" lvl="0" indent="-342900" algn="l" rtl="0">
              <a:spcBef>
                <a:spcPts val="480"/>
              </a:spcBef>
              <a:spcAft>
                <a:spcPts val="0"/>
              </a:spcAft>
              <a:buClr>
                <a:schemeClr val="dk1"/>
              </a:buClr>
              <a:buSzPts val="2400"/>
              <a:buFont typeface="Times New Roman"/>
              <a:buNone/>
            </a:pPr>
            <a:r>
              <a:rPr lang="en-US" sz="2400" b="1">
                <a:latin typeface="Times New Roman"/>
                <a:ea typeface="Times New Roman"/>
                <a:cs typeface="Times New Roman"/>
                <a:sym typeface="Times New Roman"/>
              </a:rPr>
              <a:t>Content of c:\tmp12.txt</a:t>
            </a:r>
            <a:endParaRPr/>
          </a:p>
          <a:p>
            <a:pPr marL="342900" lvl="0" indent="-342900" algn="l" rtl="0">
              <a:spcBef>
                <a:spcPts val="480"/>
              </a:spcBef>
              <a:spcAft>
                <a:spcPts val="0"/>
              </a:spcAft>
              <a:buClr>
                <a:schemeClr val="dk1"/>
              </a:buClr>
              <a:buSzPts val="2400"/>
              <a:buFont typeface="Times New Roman"/>
              <a:buNone/>
            </a:pPr>
            <a:r>
              <a:rPr lang="en-US" sz="2400">
                <a:latin typeface="Times New Roman"/>
                <a:ea typeface="Times New Roman"/>
                <a:cs typeface="Times New Roman"/>
                <a:sym typeface="Times New Roman"/>
              </a:rPr>
              <a:t>1</a:t>
            </a:r>
            <a:endParaRPr/>
          </a:p>
          <a:p>
            <a:pPr marL="342900" lvl="0" indent="-342900" algn="l" rtl="0">
              <a:spcBef>
                <a:spcPts val="480"/>
              </a:spcBef>
              <a:spcAft>
                <a:spcPts val="0"/>
              </a:spcAft>
              <a:buClr>
                <a:schemeClr val="dk1"/>
              </a:buClr>
              <a:buSzPts val="2400"/>
              <a:buFont typeface="Times New Roman"/>
              <a:buNone/>
            </a:pPr>
            <a:r>
              <a:rPr lang="en-US" sz="2400">
                <a:latin typeface="Times New Roman"/>
                <a:ea typeface="Times New Roman"/>
                <a:cs typeface="Times New Roman"/>
                <a:sym typeface="Times New Roman"/>
              </a:rPr>
              <a:t>2</a:t>
            </a:r>
            <a:endParaRPr/>
          </a:p>
          <a:p>
            <a:pPr marL="342900" lvl="0" indent="-342900" algn="l" rtl="0">
              <a:spcBef>
                <a:spcPts val="480"/>
              </a:spcBef>
              <a:spcAft>
                <a:spcPts val="0"/>
              </a:spcAft>
              <a:buClr>
                <a:schemeClr val="dk1"/>
              </a:buClr>
              <a:buSzPts val="2400"/>
              <a:buFont typeface="Times New Roman"/>
              <a:buNone/>
            </a:pPr>
            <a:r>
              <a:rPr lang="en-US" sz="2400">
                <a:latin typeface="Times New Roman"/>
                <a:ea typeface="Times New Roman"/>
                <a:cs typeface="Times New Roman"/>
                <a:sym typeface="Times New Roman"/>
              </a:rPr>
              <a:t>3</a:t>
            </a:r>
            <a:endParaRPr/>
          </a:p>
          <a:p>
            <a:pPr marL="342900" lvl="0" indent="-342900" algn="l" rtl="0">
              <a:spcBef>
                <a:spcPts val="480"/>
              </a:spcBef>
              <a:spcAft>
                <a:spcPts val="0"/>
              </a:spcAft>
              <a:buClr>
                <a:schemeClr val="dk1"/>
              </a:buClr>
              <a:buSzPts val="2400"/>
              <a:buFont typeface="Times New Roman"/>
              <a:buNone/>
            </a:pPr>
            <a:r>
              <a:rPr lang="en-US" sz="2400">
                <a:latin typeface="Times New Roman"/>
                <a:ea typeface="Times New Roman"/>
                <a:cs typeface="Times New Roman"/>
                <a:sym typeface="Times New Roman"/>
              </a:rPr>
              <a:t>0</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45"/>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45</a:t>
            </a:fld>
            <a:endParaRPr/>
          </a:p>
        </p:txBody>
      </p:sp>
      <p:sp>
        <p:nvSpPr>
          <p:cNvPr id="463" name="Google Shape;463;p4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464" name="Google Shape;464;p4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3200"/>
              <a:buFont typeface="Times New Roman"/>
              <a:buNone/>
            </a:pPr>
            <a:r>
              <a:rPr lang="en-US">
                <a:latin typeface="Times New Roman"/>
                <a:ea typeface="Times New Roman"/>
                <a:cs typeface="Times New Roman"/>
                <a:sym typeface="Times New Roman"/>
              </a:rPr>
              <a:t>Chapter 19 of the text book</a:t>
            </a:r>
            <a:endParaRP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2966</Words>
  <Application>Microsoft Macintosh PowerPoint</Application>
  <PresentationFormat>On-screen Show (4:3)</PresentationFormat>
  <Paragraphs>442</Paragraphs>
  <Slides>45</Slides>
  <Notes>45</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45</vt:i4>
      </vt:variant>
    </vt:vector>
  </HeadingPairs>
  <TitlesOfParts>
    <vt:vector size="53" baseType="lpstr">
      <vt:lpstr>Helvetica Neue</vt:lpstr>
      <vt:lpstr>Noto Sans Symbols</vt:lpstr>
      <vt:lpstr>Arial</vt:lpstr>
      <vt:lpstr>Times New Roman</vt:lpstr>
      <vt:lpstr>Times</vt:lpstr>
      <vt:lpstr>Courier New</vt:lpstr>
      <vt:lpstr>Default Design</vt:lpstr>
      <vt:lpstr>Paint.Picture</vt:lpstr>
      <vt:lpstr>Lecture 14</vt:lpstr>
      <vt:lpstr>Relationship of Java Program with I/O Devices</vt:lpstr>
      <vt:lpstr>Streams</vt:lpstr>
      <vt:lpstr>Streams</vt:lpstr>
      <vt:lpstr>Stream</vt:lpstr>
      <vt:lpstr>Input and Output Streams</vt:lpstr>
      <vt:lpstr>Java idioms</vt:lpstr>
      <vt:lpstr>The Predefined Stream</vt:lpstr>
      <vt:lpstr>I/O Stream</vt:lpstr>
      <vt:lpstr>PowerPoint Presentation</vt:lpstr>
      <vt:lpstr>Top I/O Hierarchy</vt:lpstr>
      <vt:lpstr>InputStream (Byte Stream)</vt:lpstr>
      <vt:lpstr>InputStream</vt:lpstr>
      <vt:lpstr>Methods Defined by InputStream</vt:lpstr>
      <vt:lpstr>Reader</vt:lpstr>
      <vt:lpstr>Reader (Character Stream)</vt:lpstr>
      <vt:lpstr>Methods Defined by Reader</vt:lpstr>
      <vt:lpstr>InputStreamReader</vt:lpstr>
      <vt:lpstr>BufferedReader</vt:lpstr>
      <vt:lpstr>Reading Console Input</vt:lpstr>
      <vt:lpstr>InputStreamReader</vt:lpstr>
      <vt:lpstr>PowerPoint Presentation</vt:lpstr>
      <vt:lpstr>Example- Reading String from the Keyboard</vt:lpstr>
      <vt:lpstr>Example- Java Program to Calculate the Sum of a List of Numbers</vt:lpstr>
      <vt:lpstr>OutputStream (Byte Stream)</vt:lpstr>
      <vt:lpstr>Methods Defined by OutputStream </vt:lpstr>
      <vt:lpstr>Output Stream (Output Stream)</vt:lpstr>
      <vt:lpstr>Writer (Character Output Stream)</vt:lpstr>
      <vt:lpstr>Useful Methods of Writer</vt:lpstr>
      <vt:lpstr>File Class</vt:lpstr>
      <vt:lpstr>Constructors of File Class</vt:lpstr>
      <vt:lpstr>Example: Obtaining Standard Properties of a File Object</vt:lpstr>
      <vt:lpstr>Output</vt:lpstr>
      <vt:lpstr>Listing a Directory</vt:lpstr>
      <vt:lpstr>Reader (Character Stream)</vt:lpstr>
      <vt:lpstr>FileReader</vt:lpstr>
      <vt:lpstr>Useful methods (Inherited from Reader)</vt:lpstr>
      <vt:lpstr>Useful Methods (Inherited from Reader)</vt:lpstr>
      <vt:lpstr>Example-Reading Data from a File</vt:lpstr>
      <vt:lpstr>FileWriter</vt:lpstr>
      <vt:lpstr>FileWriter-Constructors</vt:lpstr>
      <vt:lpstr>FileWriter Methods (Inherited from Writer) </vt:lpstr>
      <vt:lpstr>Example-Writing Data into a File</vt:lpstr>
      <vt:lpstr>Output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Shiplu Hawlader</dc:creator>
  <cp:lastModifiedBy>Fahim Arefin</cp:lastModifiedBy>
  <cp:revision>5</cp:revision>
  <dcterms:created xsi:type="dcterms:W3CDTF">1601-01-01T00:00:00Z</dcterms:created>
  <dcterms:modified xsi:type="dcterms:W3CDTF">2025-11-02T06:46:54Z</dcterms:modified>
</cp:coreProperties>
</file>