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87" r:id="rId3"/>
    <p:sldId id="259" r:id="rId4"/>
    <p:sldId id="289" r:id="rId5"/>
    <p:sldId id="288" r:id="rId6"/>
    <p:sldId id="258" r:id="rId7"/>
    <p:sldId id="257" r:id="rId8"/>
    <p:sldId id="280" r:id="rId9"/>
    <p:sldId id="260" r:id="rId10"/>
    <p:sldId id="261" r:id="rId11"/>
    <p:sldId id="262" r:id="rId12"/>
    <p:sldId id="297" r:id="rId13"/>
    <p:sldId id="264" r:id="rId14"/>
    <p:sldId id="265" r:id="rId15"/>
    <p:sldId id="266" r:id="rId16"/>
    <p:sldId id="291" r:id="rId17"/>
    <p:sldId id="267" r:id="rId18"/>
    <p:sldId id="268" r:id="rId19"/>
    <p:sldId id="269" r:id="rId20"/>
    <p:sldId id="270" r:id="rId21"/>
    <p:sldId id="284" r:id="rId22"/>
    <p:sldId id="296" r:id="rId23"/>
    <p:sldId id="295" r:id="rId24"/>
    <p:sldId id="285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22"/>
  </p:normalViewPr>
  <p:slideViewPr>
    <p:cSldViewPr snapToGrid="0" snapToObjects="1">
      <p:cViewPr varScale="1">
        <p:scale>
          <a:sx n="113" d="100"/>
          <a:sy n="113" d="100"/>
        </p:scale>
        <p:origin x="59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19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66.png"/><Relationship Id="rId7" Type="http://schemas.openxmlformats.org/officeDocument/2006/relationships/image" Target="../media/image57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19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66.png"/><Relationship Id="rId7" Type="http://schemas.openxmlformats.org/officeDocument/2006/relationships/image" Target="../media/image57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6696B4-7CFC-4254-BD3D-853F141CB75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AD34E87-D96D-497F-8726-9C5272B82C8D}">
      <dgm:prSet/>
      <dgm:spPr/>
      <dgm:t>
        <a:bodyPr/>
        <a:lstStyle/>
        <a:p>
          <a:pPr>
            <a:defRPr cap="all"/>
          </a:pPr>
          <a:r>
            <a:rPr lang="en-US"/>
            <a:t>Understanding system structure and behavior using standardized diagrams.</a:t>
          </a:r>
        </a:p>
      </dgm:t>
    </dgm:pt>
    <dgm:pt modelId="{F449FD09-F00C-408E-AAA5-40171AA513E6}" type="parTrans" cxnId="{476A29B1-83E7-4407-9B0F-C5AB1F7F18E8}">
      <dgm:prSet/>
      <dgm:spPr/>
      <dgm:t>
        <a:bodyPr/>
        <a:lstStyle/>
        <a:p>
          <a:endParaRPr lang="en-US"/>
        </a:p>
      </dgm:t>
    </dgm:pt>
    <dgm:pt modelId="{384BFF2B-1044-4C68-81BC-56C0289E6D89}" type="sibTrans" cxnId="{476A29B1-83E7-4407-9B0F-C5AB1F7F18E8}">
      <dgm:prSet/>
      <dgm:spPr/>
      <dgm:t>
        <a:bodyPr/>
        <a:lstStyle/>
        <a:p>
          <a:endParaRPr lang="en-US"/>
        </a:p>
      </dgm:t>
    </dgm:pt>
    <dgm:pt modelId="{F7D3DABD-2554-4A52-A85E-C6049DF7BF01}">
      <dgm:prSet/>
      <dgm:spPr/>
      <dgm:t>
        <a:bodyPr/>
        <a:lstStyle/>
        <a:p>
          <a:pPr>
            <a:defRPr cap="all"/>
          </a:pPr>
          <a:r>
            <a:rPr lang="en-US"/>
            <a:t>Goal: Model, visualize, and communicate system design clearly.</a:t>
          </a:r>
        </a:p>
      </dgm:t>
    </dgm:pt>
    <dgm:pt modelId="{44739856-F63D-4023-A61F-7005794DCAAD}" type="parTrans" cxnId="{62B16C1A-6293-4912-A344-A522D2284E24}">
      <dgm:prSet/>
      <dgm:spPr/>
      <dgm:t>
        <a:bodyPr/>
        <a:lstStyle/>
        <a:p>
          <a:endParaRPr lang="en-US"/>
        </a:p>
      </dgm:t>
    </dgm:pt>
    <dgm:pt modelId="{D89DC4EC-3D23-415E-BB26-71FC799200D7}" type="sibTrans" cxnId="{62B16C1A-6293-4912-A344-A522D2284E24}">
      <dgm:prSet/>
      <dgm:spPr/>
      <dgm:t>
        <a:bodyPr/>
        <a:lstStyle/>
        <a:p>
          <a:endParaRPr lang="en-US"/>
        </a:p>
      </dgm:t>
    </dgm:pt>
    <dgm:pt modelId="{316560BC-C017-42D1-85BA-DF8677410DA8}" type="pres">
      <dgm:prSet presAssocID="{416696B4-7CFC-4254-BD3D-853F141CB751}" presName="root" presStyleCnt="0">
        <dgm:presLayoutVars>
          <dgm:dir/>
          <dgm:resizeHandles val="exact"/>
        </dgm:presLayoutVars>
      </dgm:prSet>
      <dgm:spPr/>
    </dgm:pt>
    <dgm:pt modelId="{2E6EF086-2E3F-4B43-BABE-7ACB7CDB5C7B}" type="pres">
      <dgm:prSet presAssocID="{5AD34E87-D96D-497F-8726-9C5272B82C8D}" presName="compNode" presStyleCnt="0"/>
      <dgm:spPr/>
    </dgm:pt>
    <dgm:pt modelId="{467A3359-7AB3-4B33-9413-7EAC8D8CBC4A}" type="pres">
      <dgm:prSet presAssocID="{5AD34E87-D96D-497F-8726-9C5272B82C8D}" presName="iconBgRect" presStyleLbl="bgShp" presStyleIdx="0" presStyleCnt="2"/>
      <dgm:spPr/>
    </dgm:pt>
    <dgm:pt modelId="{F6A01C6C-4823-4DF8-8DF0-C60083135F59}" type="pres">
      <dgm:prSet presAssocID="{5AD34E87-D96D-497F-8726-9C5272B82C8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D5AB9C1-B26A-46A4-8D3A-4CF3326C484B}" type="pres">
      <dgm:prSet presAssocID="{5AD34E87-D96D-497F-8726-9C5272B82C8D}" presName="spaceRect" presStyleCnt="0"/>
      <dgm:spPr/>
    </dgm:pt>
    <dgm:pt modelId="{14292202-8B21-4686-8663-40B1173243C5}" type="pres">
      <dgm:prSet presAssocID="{5AD34E87-D96D-497F-8726-9C5272B82C8D}" presName="textRect" presStyleLbl="revTx" presStyleIdx="0" presStyleCnt="2">
        <dgm:presLayoutVars>
          <dgm:chMax val="1"/>
          <dgm:chPref val="1"/>
        </dgm:presLayoutVars>
      </dgm:prSet>
      <dgm:spPr/>
    </dgm:pt>
    <dgm:pt modelId="{0EEC41ED-EA3A-4EE3-9E29-2567248DA686}" type="pres">
      <dgm:prSet presAssocID="{384BFF2B-1044-4C68-81BC-56C0289E6D89}" presName="sibTrans" presStyleCnt="0"/>
      <dgm:spPr/>
    </dgm:pt>
    <dgm:pt modelId="{0F37961D-0149-45A8-BC39-900E314BE452}" type="pres">
      <dgm:prSet presAssocID="{F7D3DABD-2554-4A52-A85E-C6049DF7BF01}" presName="compNode" presStyleCnt="0"/>
      <dgm:spPr/>
    </dgm:pt>
    <dgm:pt modelId="{0E24891F-4201-4624-8BB4-B32E3897510D}" type="pres">
      <dgm:prSet presAssocID="{F7D3DABD-2554-4A52-A85E-C6049DF7BF01}" presName="iconBgRect" presStyleLbl="bgShp" presStyleIdx="1" presStyleCnt="2"/>
      <dgm:spPr/>
    </dgm:pt>
    <dgm:pt modelId="{608F6D5B-771C-4B53-BFCB-AB0572A50879}" type="pres">
      <dgm:prSet presAssocID="{F7D3DABD-2554-4A52-A85E-C6049DF7BF0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9386573B-02A7-457E-B2AA-55942BC88C1F}" type="pres">
      <dgm:prSet presAssocID="{F7D3DABD-2554-4A52-A85E-C6049DF7BF01}" presName="spaceRect" presStyleCnt="0"/>
      <dgm:spPr/>
    </dgm:pt>
    <dgm:pt modelId="{C6547EFB-2120-4920-ABEC-04BD2C5633B9}" type="pres">
      <dgm:prSet presAssocID="{F7D3DABD-2554-4A52-A85E-C6049DF7BF0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22E480F-7960-4187-976A-2AD708FD739B}" type="presOf" srcId="{5AD34E87-D96D-497F-8726-9C5272B82C8D}" destId="{14292202-8B21-4686-8663-40B1173243C5}" srcOrd="0" destOrd="0" presId="urn:microsoft.com/office/officeart/2018/5/layout/IconCircleLabelList"/>
    <dgm:cxn modelId="{62B16C1A-6293-4912-A344-A522D2284E24}" srcId="{416696B4-7CFC-4254-BD3D-853F141CB751}" destId="{F7D3DABD-2554-4A52-A85E-C6049DF7BF01}" srcOrd="1" destOrd="0" parTransId="{44739856-F63D-4023-A61F-7005794DCAAD}" sibTransId="{D89DC4EC-3D23-415E-BB26-71FC799200D7}"/>
    <dgm:cxn modelId="{3C4F131E-042D-4C5A-893D-6125B3C3C19F}" type="presOf" srcId="{416696B4-7CFC-4254-BD3D-853F141CB751}" destId="{316560BC-C017-42D1-85BA-DF8677410DA8}" srcOrd="0" destOrd="0" presId="urn:microsoft.com/office/officeart/2018/5/layout/IconCircleLabelList"/>
    <dgm:cxn modelId="{D98CE58F-63BA-43D3-8D34-609152041B78}" type="presOf" srcId="{F7D3DABD-2554-4A52-A85E-C6049DF7BF01}" destId="{C6547EFB-2120-4920-ABEC-04BD2C5633B9}" srcOrd="0" destOrd="0" presId="urn:microsoft.com/office/officeart/2018/5/layout/IconCircleLabelList"/>
    <dgm:cxn modelId="{476A29B1-83E7-4407-9B0F-C5AB1F7F18E8}" srcId="{416696B4-7CFC-4254-BD3D-853F141CB751}" destId="{5AD34E87-D96D-497F-8726-9C5272B82C8D}" srcOrd="0" destOrd="0" parTransId="{F449FD09-F00C-408E-AAA5-40171AA513E6}" sibTransId="{384BFF2B-1044-4C68-81BC-56C0289E6D89}"/>
    <dgm:cxn modelId="{C5778103-F2A6-418E-BB72-C736A9C0D53F}" type="presParOf" srcId="{316560BC-C017-42D1-85BA-DF8677410DA8}" destId="{2E6EF086-2E3F-4B43-BABE-7ACB7CDB5C7B}" srcOrd="0" destOrd="0" presId="urn:microsoft.com/office/officeart/2018/5/layout/IconCircleLabelList"/>
    <dgm:cxn modelId="{653141EC-C17C-4773-B7C2-D305EAE1E7A2}" type="presParOf" srcId="{2E6EF086-2E3F-4B43-BABE-7ACB7CDB5C7B}" destId="{467A3359-7AB3-4B33-9413-7EAC8D8CBC4A}" srcOrd="0" destOrd="0" presId="urn:microsoft.com/office/officeart/2018/5/layout/IconCircleLabelList"/>
    <dgm:cxn modelId="{C64D02F0-AB87-4356-A4C0-1F83C899B427}" type="presParOf" srcId="{2E6EF086-2E3F-4B43-BABE-7ACB7CDB5C7B}" destId="{F6A01C6C-4823-4DF8-8DF0-C60083135F59}" srcOrd="1" destOrd="0" presId="urn:microsoft.com/office/officeart/2018/5/layout/IconCircleLabelList"/>
    <dgm:cxn modelId="{4D01FA31-82AE-4DB8-B7F0-6C1B58A8F62F}" type="presParOf" srcId="{2E6EF086-2E3F-4B43-BABE-7ACB7CDB5C7B}" destId="{8D5AB9C1-B26A-46A4-8D3A-4CF3326C484B}" srcOrd="2" destOrd="0" presId="urn:microsoft.com/office/officeart/2018/5/layout/IconCircleLabelList"/>
    <dgm:cxn modelId="{4A47C446-10D5-43C6-B096-E84358563C2A}" type="presParOf" srcId="{2E6EF086-2E3F-4B43-BABE-7ACB7CDB5C7B}" destId="{14292202-8B21-4686-8663-40B1173243C5}" srcOrd="3" destOrd="0" presId="urn:microsoft.com/office/officeart/2018/5/layout/IconCircleLabelList"/>
    <dgm:cxn modelId="{67C4C3A2-9DCC-491A-9FAE-B749C3640000}" type="presParOf" srcId="{316560BC-C017-42D1-85BA-DF8677410DA8}" destId="{0EEC41ED-EA3A-4EE3-9E29-2567248DA686}" srcOrd="1" destOrd="0" presId="urn:microsoft.com/office/officeart/2018/5/layout/IconCircleLabelList"/>
    <dgm:cxn modelId="{302536AF-C45F-4487-971A-96210138B2C3}" type="presParOf" srcId="{316560BC-C017-42D1-85BA-DF8677410DA8}" destId="{0F37961D-0149-45A8-BC39-900E314BE452}" srcOrd="2" destOrd="0" presId="urn:microsoft.com/office/officeart/2018/5/layout/IconCircleLabelList"/>
    <dgm:cxn modelId="{D691B9DA-98FF-4EB6-91F8-131F2E92A659}" type="presParOf" srcId="{0F37961D-0149-45A8-BC39-900E314BE452}" destId="{0E24891F-4201-4624-8BB4-B32E3897510D}" srcOrd="0" destOrd="0" presId="urn:microsoft.com/office/officeart/2018/5/layout/IconCircleLabelList"/>
    <dgm:cxn modelId="{43AC4D55-0BC2-4BDC-8B69-E863FC276EC5}" type="presParOf" srcId="{0F37961D-0149-45A8-BC39-900E314BE452}" destId="{608F6D5B-771C-4B53-BFCB-AB0572A50879}" srcOrd="1" destOrd="0" presId="urn:microsoft.com/office/officeart/2018/5/layout/IconCircleLabelList"/>
    <dgm:cxn modelId="{859A3302-E1B6-410D-BD88-CCBAB7B35BEE}" type="presParOf" srcId="{0F37961D-0149-45A8-BC39-900E314BE452}" destId="{9386573B-02A7-457E-B2AA-55942BC88C1F}" srcOrd="2" destOrd="0" presId="urn:microsoft.com/office/officeart/2018/5/layout/IconCircleLabelList"/>
    <dgm:cxn modelId="{03D27A3B-DE29-4CFC-850C-7F37F83E2D8A}" type="presParOf" srcId="{0F37961D-0149-45A8-BC39-900E314BE452}" destId="{C6547EFB-2120-4920-ABEC-04BD2C5633B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FB3AA5-296B-496C-B9EA-03B70881016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23F5966-E921-4EC3-B776-910B24006A59}">
      <dgm:prSet/>
      <dgm:spPr/>
      <dgm:t>
        <a:bodyPr/>
        <a:lstStyle/>
        <a:p>
          <a:r>
            <a:rPr lang="en-US"/>
            <a:t>UML (Unified Modeling Language) visualizes object-oriented design.</a:t>
          </a:r>
        </a:p>
      </dgm:t>
    </dgm:pt>
    <dgm:pt modelId="{6A95C121-2EEF-4397-8A9B-744930579602}" type="parTrans" cxnId="{58FD58DD-D0E0-4EF8-8209-B8A72B9202B4}">
      <dgm:prSet/>
      <dgm:spPr/>
      <dgm:t>
        <a:bodyPr/>
        <a:lstStyle/>
        <a:p>
          <a:endParaRPr lang="en-US"/>
        </a:p>
      </dgm:t>
    </dgm:pt>
    <dgm:pt modelId="{80C1A21E-354D-48F9-9F52-3C9046451224}" type="sibTrans" cxnId="{58FD58DD-D0E0-4EF8-8209-B8A72B9202B4}">
      <dgm:prSet/>
      <dgm:spPr/>
      <dgm:t>
        <a:bodyPr/>
        <a:lstStyle/>
        <a:p>
          <a:endParaRPr lang="en-US"/>
        </a:p>
      </dgm:t>
    </dgm:pt>
    <dgm:pt modelId="{4A8C5FB4-50B6-4746-81EF-B196B3094F4F}">
      <dgm:prSet/>
      <dgm:spPr/>
      <dgm:t>
        <a:bodyPr/>
        <a:lstStyle/>
        <a:p>
          <a:r>
            <a:rPr lang="en-US"/>
            <a:t>Standard way to communicate system structure.</a:t>
          </a:r>
        </a:p>
      </dgm:t>
    </dgm:pt>
    <dgm:pt modelId="{E347CEA4-45F3-4FFF-9CF7-6F5FACF0D847}" type="parTrans" cxnId="{32C2617C-C327-442E-9C46-FDD1F5D305FE}">
      <dgm:prSet/>
      <dgm:spPr/>
      <dgm:t>
        <a:bodyPr/>
        <a:lstStyle/>
        <a:p>
          <a:endParaRPr lang="en-US"/>
        </a:p>
      </dgm:t>
    </dgm:pt>
    <dgm:pt modelId="{8C7B700F-39EA-4F3A-8598-A1E9A171B3FD}" type="sibTrans" cxnId="{32C2617C-C327-442E-9C46-FDD1F5D305FE}">
      <dgm:prSet/>
      <dgm:spPr/>
      <dgm:t>
        <a:bodyPr/>
        <a:lstStyle/>
        <a:p>
          <a:endParaRPr lang="en-US"/>
        </a:p>
      </dgm:t>
    </dgm:pt>
    <dgm:pt modelId="{855CBA65-6E2E-450E-BCAF-42DDB473166C}">
      <dgm:prSet/>
      <dgm:spPr/>
      <dgm:t>
        <a:bodyPr/>
        <a:lstStyle/>
        <a:p>
          <a:r>
            <a:rPr lang="en-US"/>
            <a:t>Covers both static (class) and dynamic (behavioral) views.</a:t>
          </a:r>
        </a:p>
      </dgm:t>
    </dgm:pt>
    <dgm:pt modelId="{9344E635-62A4-44EA-ACE8-7C5D3A2B3104}" type="parTrans" cxnId="{5C71EF97-CE8F-4CF6-B3DA-41E1DF872224}">
      <dgm:prSet/>
      <dgm:spPr/>
      <dgm:t>
        <a:bodyPr/>
        <a:lstStyle/>
        <a:p>
          <a:endParaRPr lang="en-US"/>
        </a:p>
      </dgm:t>
    </dgm:pt>
    <dgm:pt modelId="{AE98790C-6B4B-4D8E-91A9-B291E433B8CF}" type="sibTrans" cxnId="{5C71EF97-CE8F-4CF6-B3DA-41E1DF872224}">
      <dgm:prSet/>
      <dgm:spPr/>
      <dgm:t>
        <a:bodyPr/>
        <a:lstStyle/>
        <a:p>
          <a:endParaRPr lang="en-US"/>
        </a:p>
      </dgm:t>
    </dgm:pt>
    <dgm:pt modelId="{16787FBC-25C2-4CBE-B599-7C17EC6E8FD4}" type="pres">
      <dgm:prSet presAssocID="{B1FB3AA5-296B-496C-B9EA-03B708810168}" presName="root" presStyleCnt="0">
        <dgm:presLayoutVars>
          <dgm:dir/>
          <dgm:resizeHandles val="exact"/>
        </dgm:presLayoutVars>
      </dgm:prSet>
      <dgm:spPr/>
    </dgm:pt>
    <dgm:pt modelId="{22E2A69B-A088-4EB0-993B-7D8275B102A7}" type="pres">
      <dgm:prSet presAssocID="{123F5966-E921-4EC3-B776-910B24006A59}" presName="compNode" presStyleCnt="0"/>
      <dgm:spPr/>
    </dgm:pt>
    <dgm:pt modelId="{B34B42C9-A885-4BF0-8ED3-58265B8F1936}" type="pres">
      <dgm:prSet presAssocID="{123F5966-E921-4EC3-B776-910B24006A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C417723-46D3-4E86-8769-007D26DD645C}" type="pres">
      <dgm:prSet presAssocID="{123F5966-E921-4EC3-B776-910B24006A59}" presName="spaceRect" presStyleCnt="0"/>
      <dgm:spPr/>
    </dgm:pt>
    <dgm:pt modelId="{1EDD6140-631F-43E5-AED8-D4EB251AC469}" type="pres">
      <dgm:prSet presAssocID="{123F5966-E921-4EC3-B776-910B24006A59}" presName="textRect" presStyleLbl="revTx" presStyleIdx="0" presStyleCnt="3">
        <dgm:presLayoutVars>
          <dgm:chMax val="1"/>
          <dgm:chPref val="1"/>
        </dgm:presLayoutVars>
      </dgm:prSet>
      <dgm:spPr/>
    </dgm:pt>
    <dgm:pt modelId="{DC354D71-5687-4A00-A691-9AA766F8270F}" type="pres">
      <dgm:prSet presAssocID="{80C1A21E-354D-48F9-9F52-3C9046451224}" presName="sibTrans" presStyleCnt="0"/>
      <dgm:spPr/>
    </dgm:pt>
    <dgm:pt modelId="{B2CB613E-5932-4B97-9C13-99031773669C}" type="pres">
      <dgm:prSet presAssocID="{4A8C5FB4-50B6-4746-81EF-B196B3094F4F}" presName="compNode" presStyleCnt="0"/>
      <dgm:spPr/>
    </dgm:pt>
    <dgm:pt modelId="{7A49E85A-8C06-46D3-ADAA-887CD3CB0B10}" type="pres">
      <dgm:prSet presAssocID="{4A8C5FB4-50B6-4746-81EF-B196B3094F4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148E72C-6B9E-4580-9FA9-2BA03D49A068}" type="pres">
      <dgm:prSet presAssocID="{4A8C5FB4-50B6-4746-81EF-B196B3094F4F}" presName="spaceRect" presStyleCnt="0"/>
      <dgm:spPr/>
    </dgm:pt>
    <dgm:pt modelId="{C8F00EAD-7BA5-4F1B-BEA3-BF2015720CEF}" type="pres">
      <dgm:prSet presAssocID="{4A8C5FB4-50B6-4746-81EF-B196B3094F4F}" presName="textRect" presStyleLbl="revTx" presStyleIdx="1" presStyleCnt="3">
        <dgm:presLayoutVars>
          <dgm:chMax val="1"/>
          <dgm:chPref val="1"/>
        </dgm:presLayoutVars>
      </dgm:prSet>
      <dgm:spPr/>
    </dgm:pt>
    <dgm:pt modelId="{3E684481-06CB-4D49-A91E-F9ADA8694D94}" type="pres">
      <dgm:prSet presAssocID="{8C7B700F-39EA-4F3A-8598-A1E9A171B3FD}" presName="sibTrans" presStyleCnt="0"/>
      <dgm:spPr/>
    </dgm:pt>
    <dgm:pt modelId="{727F43D4-E9A6-4A37-9631-AC533131B6AB}" type="pres">
      <dgm:prSet presAssocID="{855CBA65-6E2E-450E-BCAF-42DDB473166C}" presName="compNode" presStyleCnt="0"/>
      <dgm:spPr/>
    </dgm:pt>
    <dgm:pt modelId="{8A123053-786C-46B9-9ACB-8ED99ED90B22}" type="pres">
      <dgm:prSet presAssocID="{855CBA65-6E2E-450E-BCAF-42DDB47316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C38FC8FE-4D2E-485C-A804-4ABB7FE86631}" type="pres">
      <dgm:prSet presAssocID="{855CBA65-6E2E-450E-BCAF-42DDB473166C}" presName="spaceRect" presStyleCnt="0"/>
      <dgm:spPr/>
    </dgm:pt>
    <dgm:pt modelId="{EDEC1EDD-E97B-4D03-B62B-396532DEEAB6}" type="pres">
      <dgm:prSet presAssocID="{855CBA65-6E2E-450E-BCAF-42DDB473166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4B1945A-E96F-4471-ABC1-CAC4EC910F2C}" type="presOf" srcId="{B1FB3AA5-296B-496C-B9EA-03B708810168}" destId="{16787FBC-25C2-4CBE-B599-7C17EC6E8FD4}" srcOrd="0" destOrd="0" presId="urn:microsoft.com/office/officeart/2018/2/layout/IconLabelList"/>
    <dgm:cxn modelId="{32C2617C-C327-442E-9C46-FDD1F5D305FE}" srcId="{B1FB3AA5-296B-496C-B9EA-03B708810168}" destId="{4A8C5FB4-50B6-4746-81EF-B196B3094F4F}" srcOrd="1" destOrd="0" parTransId="{E347CEA4-45F3-4FFF-9CF7-6F5FACF0D847}" sibTransId="{8C7B700F-39EA-4F3A-8598-A1E9A171B3FD}"/>
    <dgm:cxn modelId="{9BF6CA89-EF6E-4E01-9595-C5751865DA25}" type="presOf" srcId="{123F5966-E921-4EC3-B776-910B24006A59}" destId="{1EDD6140-631F-43E5-AED8-D4EB251AC469}" srcOrd="0" destOrd="0" presId="urn:microsoft.com/office/officeart/2018/2/layout/IconLabelList"/>
    <dgm:cxn modelId="{5C71EF97-CE8F-4CF6-B3DA-41E1DF872224}" srcId="{B1FB3AA5-296B-496C-B9EA-03B708810168}" destId="{855CBA65-6E2E-450E-BCAF-42DDB473166C}" srcOrd="2" destOrd="0" parTransId="{9344E635-62A4-44EA-ACE8-7C5D3A2B3104}" sibTransId="{AE98790C-6B4B-4D8E-91A9-B291E433B8CF}"/>
    <dgm:cxn modelId="{87A7779B-FDC0-40D4-94D7-19299FA9D6F7}" type="presOf" srcId="{855CBA65-6E2E-450E-BCAF-42DDB473166C}" destId="{EDEC1EDD-E97B-4D03-B62B-396532DEEAB6}" srcOrd="0" destOrd="0" presId="urn:microsoft.com/office/officeart/2018/2/layout/IconLabelList"/>
    <dgm:cxn modelId="{3432D2BB-9EBC-4213-A26C-084B49DB3508}" type="presOf" srcId="{4A8C5FB4-50B6-4746-81EF-B196B3094F4F}" destId="{C8F00EAD-7BA5-4F1B-BEA3-BF2015720CEF}" srcOrd="0" destOrd="0" presId="urn:microsoft.com/office/officeart/2018/2/layout/IconLabelList"/>
    <dgm:cxn modelId="{58FD58DD-D0E0-4EF8-8209-B8A72B9202B4}" srcId="{B1FB3AA5-296B-496C-B9EA-03B708810168}" destId="{123F5966-E921-4EC3-B776-910B24006A59}" srcOrd="0" destOrd="0" parTransId="{6A95C121-2EEF-4397-8A9B-744930579602}" sibTransId="{80C1A21E-354D-48F9-9F52-3C9046451224}"/>
    <dgm:cxn modelId="{BA161EDF-262E-4AE8-9B0A-2AB9BC9841E7}" type="presParOf" srcId="{16787FBC-25C2-4CBE-B599-7C17EC6E8FD4}" destId="{22E2A69B-A088-4EB0-993B-7D8275B102A7}" srcOrd="0" destOrd="0" presId="urn:microsoft.com/office/officeart/2018/2/layout/IconLabelList"/>
    <dgm:cxn modelId="{B7FB7CD7-F58C-4DD6-B436-B72F591EB799}" type="presParOf" srcId="{22E2A69B-A088-4EB0-993B-7D8275B102A7}" destId="{B34B42C9-A885-4BF0-8ED3-58265B8F1936}" srcOrd="0" destOrd="0" presId="urn:microsoft.com/office/officeart/2018/2/layout/IconLabelList"/>
    <dgm:cxn modelId="{E27A30C7-F043-4695-843D-FD385EF90FA0}" type="presParOf" srcId="{22E2A69B-A088-4EB0-993B-7D8275B102A7}" destId="{DC417723-46D3-4E86-8769-007D26DD645C}" srcOrd="1" destOrd="0" presId="urn:microsoft.com/office/officeart/2018/2/layout/IconLabelList"/>
    <dgm:cxn modelId="{BC4901ED-D070-4251-B2B1-813F9597E2B8}" type="presParOf" srcId="{22E2A69B-A088-4EB0-993B-7D8275B102A7}" destId="{1EDD6140-631F-43E5-AED8-D4EB251AC469}" srcOrd="2" destOrd="0" presId="urn:microsoft.com/office/officeart/2018/2/layout/IconLabelList"/>
    <dgm:cxn modelId="{6FFAEA59-B6B0-4D7F-A7AB-018F0CD4A5DD}" type="presParOf" srcId="{16787FBC-25C2-4CBE-B599-7C17EC6E8FD4}" destId="{DC354D71-5687-4A00-A691-9AA766F8270F}" srcOrd="1" destOrd="0" presId="urn:microsoft.com/office/officeart/2018/2/layout/IconLabelList"/>
    <dgm:cxn modelId="{05D31F30-A81A-424A-88FC-8B7E3FB1AB67}" type="presParOf" srcId="{16787FBC-25C2-4CBE-B599-7C17EC6E8FD4}" destId="{B2CB613E-5932-4B97-9C13-99031773669C}" srcOrd="2" destOrd="0" presId="urn:microsoft.com/office/officeart/2018/2/layout/IconLabelList"/>
    <dgm:cxn modelId="{33B6AB3E-A813-449D-8FAF-7CCA55F92733}" type="presParOf" srcId="{B2CB613E-5932-4B97-9C13-99031773669C}" destId="{7A49E85A-8C06-46D3-ADAA-887CD3CB0B10}" srcOrd="0" destOrd="0" presId="urn:microsoft.com/office/officeart/2018/2/layout/IconLabelList"/>
    <dgm:cxn modelId="{8F406141-34CF-447B-B51F-919268275EC1}" type="presParOf" srcId="{B2CB613E-5932-4B97-9C13-99031773669C}" destId="{B148E72C-6B9E-4580-9FA9-2BA03D49A068}" srcOrd="1" destOrd="0" presId="urn:microsoft.com/office/officeart/2018/2/layout/IconLabelList"/>
    <dgm:cxn modelId="{16AAE8AB-07C0-4E97-ACFC-87EF4E426E8C}" type="presParOf" srcId="{B2CB613E-5932-4B97-9C13-99031773669C}" destId="{C8F00EAD-7BA5-4F1B-BEA3-BF2015720CEF}" srcOrd="2" destOrd="0" presId="urn:microsoft.com/office/officeart/2018/2/layout/IconLabelList"/>
    <dgm:cxn modelId="{1672520E-A380-4CB0-BAFC-92EB503EF88C}" type="presParOf" srcId="{16787FBC-25C2-4CBE-B599-7C17EC6E8FD4}" destId="{3E684481-06CB-4D49-A91E-F9ADA8694D94}" srcOrd="3" destOrd="0" presId="urn:microsoft.com/office/officeart/2018/2/layout/IconLabelList"/>
    <dgm:cxn modelId="{64559AD9-2BB5-4F73-8562-B0BDE6036C85}" type="presParOf" srcId="{16787FBC-25C2-4CBE-B599-7C17EC6E8FD4}" destId="{727F43D4-E9A6-4A37-9631-AC533131B6AB}" srcOrd="4" destOrd="0" presId="urn:microsoft.com/office/officeart/2018/2/layout/IconLabelList"/>
    <dgm:cxn modelId="{EAB4521C-220F-412F-9BC4-BF580FC0D638}" type="presParOf" srcId="{727F43D4-E9A6-4A37-9631-AC533131B6AB}" destId="{8A123053-786C-46B9-9ACB-8ED99ED90B22}" srcOrd="0" destOrd="0" presId="urn:microsoft.com/office/officeart/2018/2/layout/IconLabelList"/>
    <dgm:cxn modelId="{F5FB77DB-5FA7-4EBF-962D-8C62D15944DD}" type="presParOf" srcId="{727F43D4-E9A6-4A37-9631-AC533131B6AB}" destId="{C38FC8FE-4D2E-485C-A804-4ABB7FE86631}" srcOrd="1" destOrd="0" presId="urn:microsoft.com/office/officeart/2018/2/layout/IconLabelList"/>
    <dgm:cxn modelId="{A33FE7E3-436A-43F5-A2DF-06511CE29A64}" type="presParOf" srcId="{727F43D4-E9A6-4A37-9631-AC533131B6AB}" destId="{EDEC1EDD-E97B-4D03-B62B-396532DEEAB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788801-4826-4E50-AD1D-62F10DE3282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E5579EC-C715-4EFA-B678-2764A55BBC17}">
      <dgm:prSet/>
      <dgm:spPr/>
      <dgm:t>
        <a:bodyPr/>
        <a:lstStyle/>
        <a:p>
          <a:pPr>
            <a:defRPr cap="all"/>
          </a:pPr>
          <a:r>
            <a:rPr lang="en-US"/>
            <a:t>Provides a visual language for developers and stakeholders.</a:t>
          </a:r>
        </a:p>
      </dgm:t>
    </dgm:pt>
    <dgm:pt modelId="{6A383A4A-BFC5-4698-8525-7B9BFAA6149B}" type="parTrans" cxnId="{67B85017-63FE-4CC1-B38D-6C8BCA54D42C}">
      <dgm:prSet/>
      <dgm:spPr/>
      <dgm:t>
        <a:bodyPr/>
        <a:lstStyle/>
        <a:p>
          <a:endParaRPr lang="en-US"/>
        </a:p>
      </dgm:t>
    </dgm:pt>
    <dgm:pt modelId="{D29D8B0E-DD33-421C-A526-1FC35EACEC74}" type="sibTrans" cxnId="{67B85017-63FE-4CC1-B38D-6C8BCA54D42C}">
      <dgm:prSet/>
      <dgm:spPr/>
      <dgm:t>
        <a:bodyPr/>
        <a:lstStyle/>
        <a:p>
          <a:endParaRPr lang="en-US"/>
        </a:p>
      </dgm:t>
    </dgm:pt>
    <dgm:pt modelId="{B233F94F-0796-46EF-90E2-526882A5430D}">
      <dgm:prSet/>
      <dgm:spPr/>
      <dgm:t>
        <a:bodyPr/>
        <a:lstStyle/>
        <a:p>
          <a:pPr>
            <a:defRPr cap="all"/>
          </a:pPr>
          <a:r>
            <a:rPr lang="en-US"/>
            <a:t>Improves clarity, reduces ambiguity in design discussions.</a:t>
          </a:r>
        </a:p>
      </dgm:t>
    </dgm:pt>
    <dgm:pt modelId="{73DCB2D4-85DF-413C-9C38-F3D630C46D10}" type="parTrans" cxnId="{22256EF3-62B4-4508-9854-C9CB7E798D5C}">
      <dgm:prSet/>
      <dgm:spPr/>
      <dgm:t>
        <a:bodyPr/>
        <a:lstStyle/>
        <a:p>
          <a:endParaRPr lang="en-US"/>
        </a:p>
      </dgm:t>
    </dgm:pt>
    <dgm:pt modelId="{2705E7CB-3242-44B3-BE9B-62C00C35E0E9}" type="sibTrans" cxnId="{22256EF3-62B4-4508-9854-C9CB7E798D5C}">
      <dgm:prSet/>
      <dgm:spPr/>
      <dgm:t>
        <a:bodyPr/>
        <a:lstStyle/>
        <a:p>
          <a:endParaRPr lang="en-US"/>
        </a:p>
      </dgm:t>
    </dgm:pt>
    <dgm:pt modelId="{581A787C-2B89-4868-8721-AD8E13D774FB}">
      <dgm:prSet/>
      <dgm:spPr/>
      <dgm:t>
        <a:bodyPr/>
        <a:lstStyle/>
        <a:p>
          <a:pPr>
            <a:defRPr cap="all"/>
          </a:pPr>
          <a:r>
            <a:rPr lang="en-US"/>
            <a:t>Essential for documentation and maintenance of complex systems.</a:t>
          </a:r>
        </a:p>
      </dgm:t>
    </dgm:pt>
    <dgm:pt modelId="{8D345917-58AA-4588-9A2C-E9FE20456F34}" type="parTrans" cxnId="{C1F0BE25-F33C-42A4-B849-A477EA80BBFE}">
      <dgm:prSet/>
      <dgm:spPr/>
      <dgm:t>
        <a:bodyPr/>
        <a:lstStyle/>
        <a:p>
          <a:endParaRPr lang="en-US"/>
        </a:p>
      </dgm:t>
    </dgm:pt>
    <dgm:pt modelId="{7B1A222A-6E3B-4CE5-A2FC-1EB9751F7942}" type="sibTrans" cxnId="{C1F0BE25-F33C-42A4-B849-A477EA80BBFE}">
      <dgm:prSet/>
      <dgm:spPr/>
      <dgm:t>
        <a:bodyPr/>
        <a:lstStyle/>
        <a:p>
          <a:endParaRPr lang="en-US"/>
        </a:p>
      </dgm:t>
    </dgm:pt>
    <dgm:pt modelId="{9328890F-8015-4D53-8D44-B21DA4F70E9C}" type="pres">
      <dgm:prSet presAssocID="{83788801-4826-4E50-AD1D-62F10DE3282A}" presName="root" presStyleCnt="0">
        <dgm:presLayoutVars>
          <dgm:dir/>
          <dgm:resizeHandles val="exact"/>
        </dgm:presLayoutVars>
      </dgm:prSet>
      <dgm:spPr/>
    </dgm:pt>
    <dgm:pt modelId="{145F508B-B2C2-4C8E-A7B9-89D8A440B444}" type="pres">
      <dgm:prSet presAssocID="{7E5579EC-C715-4EFA-B678-2764A55BBC17}" presName="compNode" presStyleCnt="0"/>
      <dgm:spPr/>
    </dgm:pt>
    <dgm:pt modelId="{1B32B5C1-D8F6-4163-8891-0AD76FF7AFCD}" type="pres">
      <dgm:prSet presAssocID="{7E5579EC-C715-4EFA-B678-2764A55BBC17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E3E5A8D-A264-4B6A-9D7C-4B485535D3CA}" type="pres">
      <dgm:prSet presAssocID="{7E5579EC-C715-4EFA-B678-2764A55BBC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83F25E5-1FB3-459C-9505-0D8413141810}" type="pres">
      <dgm:prSet presAssocID="{7E5579EC-C715-4EFA-B678-2764A55BBC17}" presName="spaceRect" presStyleCnt="0"/>
      <dgm:spPr/>
    </dgm:pt>
    <dgm:pt modelId="{0579CE43-E360-49D0-BDF8-FA79CE2B8C21}" type="pres">
      <dgm:prSet presAssocID="{7E5579EC-C715-4EFA-B678-2764A55BBC17}" presName="textRect" presStyleLbl="revTx" presStyleIdx="0" presStyleCnt="3">
        <dgm:presLayoutVars>
          <dgm:chMax val="1"/>
          <dgm:chPref val="1"/>
        </dgm:presLayoutVars>
      </dgm:prSet>
      <dgm:spPr/>
    </dgm:pt>
    <dgm:pt modelId="{33690958-4E39-4FE5-9FFE-96F7B17FC6A2}" type="pres">
      <dgm:prSet presAssocID="{D29D8B0E-DD33-421C-A526-1FC35EACEC74}" presName="sibTrans" presStyleCnt="0"/>
      <dgm:spPr/>
    </dgm:pt>
    <dgm:pt modelId="{BCB39636-2600-4753-9CA4-BD2174BA5245}" type="pres">
      <dgm:prSet presAssocID="{B233F94F-0796-46EF-90E2-526882A5430D}" presName="compNode" presStyleCnt="0"/>
      <dgm:spPr/>
    </dgm:pt>
    <dgm:pt modelId="{1764F683-BB3E-4AA8-B35F-C3514514A515}" type="pres">
      <dgm:prSet presAssocID="{B233F94F-0796-46EF-90E2-526882A5430D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A1BD078-99CD-43CD-820B-3CD346CDFB29}" type="pres">
      <dgm:prSet presAssocID="{B233F94F-0796-46EF-90E2-526882A5430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D6E9269B-905F-4054-B42B-BB09A1BFD621}" type="pres">
      <dgm:prSet presAssocID="{B233F94F-0796-46EF-90E2-526882A5430D}" presName="spaceRect" presStyleCnt="0"/>
      <dgm:spPr/>
    </dgm:pt>
    <dgm:pt modelId="{665AB0B4-ABE9-4BB0-995D-20492513AC2F}" type="pres">
      <dgm:prSet presAssocID="{B233F94F-0796-46EF-90E2-526882A5430D}" presName="textRect" presStyleLbl="revTx" presStyleIdx="1" presStyleCnt="3">
        <dgm:presLayoutVars>
          <dgm:chMax val="1"/>
          <dgm:chPref val="1"/>
        </dgm:presLayoutVars>
      </dgm:prSet>
      <dgm:spPr/>
    </dgm:pt>
    <dgm:pt modelId="{29A825B0-CB0D-46CF-AE8E-5F319E6A754D}" type="pres">
      <dgm:prSet presAssocID="{2705E7CB-3242-44B3-BE9B-62C00C35E0E9}" presName="sibTrans" presStyleCnt="0"/>
      <dgm:spPr/>
    </dgm:pt>
    <dgm:pt modelId="{24EAD205-FDD3-4586-A529-03E049AB03F3}" type="pres">
      <dgm:prSet presAssocID="{581A787C-2B89-4868-8721-AD8E13D774FB}" presName="compNode" presStyleCnt="0"/>
      <dgm:spPr/>
    </dgm:pt>
    <dgm:pt modelId="{4AB62017-3C11-48FA-9B62-9202867D4C14}" type="pres">
      <dgm:prSet presAssocID="{581A787C-2B89-4868-8721-AD8E13D774FB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EEF5B9B-92D9-42F5-B16B-A319A79856DE}" type="pres">
      <dgm:prSet presAssocID="{581A787C-2B89-4868-8721-AD8E13D774F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E9DF9EB-D5C5-4E1C-A33D-7DF1F6742C87}" type="pres">
      <dgm:prSet presAssocID="{581A787C-2B89-4868-8721-AD8E13D774FB}" presName="spaceRect" presStyleCnt="0"/>
      <dgm:spPr/>
    </dgm:pt>
    <dgm:pt modelId="{880EBBA2-340B-4466-8572-19C6EAE5E64A}" type="pres">
      <dgm:prSet presAssocID="{581A787C-2B89-4868-8721-AD8E13D774F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7B85017-63FE-4CC1-B38D-6C8BCA54D42C}" srcId="{83788801-4826-4E50-AD1D-62F10DE3282A}" destId="{7E5579EC-C715-4EFA-B678-2764A55BBC17}" srcOrd="0" destOrd="0" parTransId="{6A383A4A-BFC5-4698-8525-7B9BFAA6149B}" sibTransId="{D29D8B0E-DD33-421C-A526-1FC35EACEC74}"/>
    <dgm:cxn modelId="{C1F0BE25-F33C-42A4-B849-A477EA80BBFE}" srcId="{83788801-4826-4E50-AD1D-62F10DE3282A}" destId="{581A787C-2B89-4868-8721-AD8E13D774FB}" srcOrd="2" destOrd="0" parTransId="{8D345917-58AA-4588-9A2C-E9FE20456F34}" sibTransId="{7B1A222A-6E3B-4CE5-A2FC-1EB9751F7942}"/>
    <dgm:cxn modelId="{10CA1A50-6684-4281-8FA1-C3D63443A0E0}" type="presOf" srcId="{B233F94F-0796-46EF-90E2-526882A5430D}" destId="{665AB0B4-ABE9-4BB0-995D-20492513AC2F}" srcOrd="0" destOrd="0" presId="urn:microsoft.com/office/officeart/2018/5/layout/IconLeafLabelList"/>
    <dgm:cxn modelId="{61BE0256-D46F-4FE7-B467-4176D845D81B}" type="presOf" srcId="{7E5579EC-C715-4EFA-B678-2764A55BBC17}" destId="{0579CE43-E360-49D0-BDF8-FA79CE2B8C21}" srcOrd="0" destOrd="0" presId="urn:microsoft.com/office/officeart/2018/5/layout/IconLeafLabelList"/>
    <dgm:cxn modelId="{C1DF78E3-7084-4892-9A94-A48C7F3588F6}" type="presOf" srcId="{83788801-4826-4E50-AD1D-62F10DE3282A}" destId="{9328890F-8015-4D53-8D44-B21DA4F70E9C}" srcOrd="0" destOrd="0" presId="urn:microsoft.com/office/officeart/2018/5/layout/IconLeafLabelList"/>
    <dgm:cxn modelId="{3314E8EC-3DB6-46BF-B08F-9918B6C9EAC8}" type="presOf" srcId="{581A787C-2B89-4868-8721-AD8E13D774FB}" destId="{880EBBA2-340B-4466-8572-19C6EAE5E64A}" srcOrd="0" destOrd="0" presId="urn:microsoft.com/office/officeart/2018/5/layout/IconLeafLabelList"/>
    <dgm:cxn modelId="{22256EF3-62B4-4508-9854-C9CB7E798D5C}" srcId="{83788801-4826-4E50-AD1D-62F10DE3282A}" destId="{B233F94F-0796-46EF-90E2-526882A5430D}" srcOrd="1" destOrd="0" parTransId="{73DCB2D4-85DF-413C-9C38-F3D630C46D10}" sibTransId="{2705E7CB-3242-44B3-BE9B-62C00C35E0E9}"/>
    <dgm:cxn modelId="{B53645C4-03E0-4D20-AAD8-78811823210C}" type="presParOf" srcId="{9328890F-8015-4D53-8D44-B21DA4F70E9C}" destId="{145F508B-B2C2-4C8E-A7B9-89D8A440B444}" srcOrd="0" destOrd="0" presId="urn:microsoft.com/office/officeart/2018/5/layout/IconLeafLabelList"/>
    <dgm:cxn modelId="{660094AB-E304-4B74-B434-48D15AE73A21}" type="presParOf" srcId="{145F508B-B2C2-4C8E-A7B9-89D8A440B444}" destId="{1B32B5C1-D8F6-4163-8891-0AD76FF7AFCD}" srcOrd="0" destOrd="0" presId="urn:microsoft.com/office/officeart/2018/5/layout/IconLeafLabelList"/>
    <dgm:cxn modelId="{0DC79043-211A-4038-98A6-9D8F895ADD48}" type="presParOf" srcId="{145F508B-B2C2-4C8E-A7B9-89D8A440B444}" destId="{2E3E5A8D-A264-4B6A-9D7C-4B485535D3CA}" srcOrd="1" destOrd="0" presId="urn:microsoft.com/office/officeart/2018/5/layout/IconLeafLabelList"/>
    <dgm:cxn modelId="{9BD4411E-C336-4F6B-A1A2-A90C846E289B}" type="presParOf" srcId="{145F508B-B2C2-4C8E-A7B9-89D8A440B444}" destId="{C83F25E5-1FB3-459C-9505-0D8413141810}" srcOrd="2" destOrd="0" presId="urn:microsoft.com/office/officeart/2018/5/layout/IconLeafLabelList"/>
    <dgm:cxn modelId="{D2F5836D-F537-47B5-B29B-A3FD60962F9C}" type="presParOf" srcId="{145F508B-B2C2-4C8E-A7B9-89D8A440B444}" destId="{0579CE43-E360-49D0-BDF8-FA79CE2B8C21}" srcOrd="3" destOrd="0" presId="urn:microsoft.com/office/officeart/2018/5/layout/IconLeafLabelList"/>
    <dgm:cxn modelId="{3A032AF0-84BC-4EB4-B72A-15B2A2E9B727}" type="presParOf" srcId="{9328890F-8015-4D53-8D44-B21DA4F70E9C}" destId="{33690958-4E39-4FE5-9FFE-96F7B17FC6A2}" srcOrd="1" destOrd="0" presId="urn:microsoft.com/office/officeart/2018/5/layout/IconLeafLabelList"/>
    <dgm:cxn modelId="{6AC22B69-0267-4291-8BB2-4CFA5D3183D9}" type="presParOf" srcId="{9328890F-8015-4D53-8D44-B21DA4F70E9C}" destId="{BCB39636-2600-4753-9CA4-BD2174BA5245}" srcOrd="2" destOrd="0" presId="urn:microsoft.com/office/officeart/2018/5/layout/IconLeafLabelList"/>
    <dgm:cxn modelId="{2B643A6E-25F9-4985-8B56-FE23C8E13768}" type="presParOf" srcId="{BCB39636-2600-4753-9CA4-BD2174BA5245}" destId="{1764F683-BB3E-4AA8-B35F-C3514514A515}" srcOrd="0" destOrd="0" presId="urn:microsoft.com/office/officeart/2018/5/layout/IconLeafLabelList"/>
    <dgm:cxn modelId="{67225B00-D7AA-44DC-9324-4F1DCFAFC888}" type="presParOf" srcId="{BCB39636-2600-4753-9CA4-BD2174BA5245}" destId="{8A1BD078-99CD-43CD-820B-3CD346CDFB29}" srcOrd="1" destOrd="0" presId="urn:microsoft.com/office/officeart/2018/5/layout/IconLeafLabelList"/>
    <dgm:cxn modelId="{8D5B77A2-1171-4F27-A96F-57F0837AE513}" type="presParOf" srcId="{BCB39636-2600-4753-9CA4-BD2174BA5245}" destId="{D6E9269B-905F-4054-B42B-BB09A1BFD621}" srcOrd="2" destOrd="0" presId="urn:microsoft.com/office/officeart/2018/5/layout/IconLeafLabelList"/>
    <dgm:cxn modelId="{DDA7F807-A582-4483-B2BD-81BA8006F8EB}" type="presParOf" srcId="{BCB39636-2600-4753-9CA4-BD2174BA5245}" destId="{665AB0B4-ABE9-4BB0-995D-20492513AC2F}" srcOrd="3" destOrd="0" presId="urn:microsoft.com/office/officeart/2018/5/layout/IconLeafLabelList"/>
    <dgm:cxn modelId="{0D5944A1-1673-4F10-9AD7-13CB1B649682}" type="presParOf" srcId="{9328890F-8015-4D53-8D44-B21DA4F70E9C}" destId="{29A825B0-CB0D-46CF-AE8E-5F319E6A754D}" srcOrd="3" destOrd="0" presId="urn:microsoft.com/office/officeart/2018/5/layout/IconLeafLabelList"/>
    <dgm:cxn modelId="{ACB89702-9277-46A2-8F39-FD277FDB7EC9}" type="presParOf" srcId="{9328890F-8015-4D53-8D44-B21DA4F70E9C}" destId="{24EAD205-FDD3-4586-A529-03E049AB03F3}" srcOrd="4" destOrd="0" presId="urn:microsoft.com/office/officeart/2018/5/layout/IconLeafLabelList"/>
    <dgm:cxn modelId="{A938002E-2459-492E-884C-2F3333854F7C}" type="presParOf" srcId="{24EAD205-FDD3-4586-A529-03E049AB03F3}" destId="{4AB62017-3C11-48FA-9B62-9202867D4C14}" srcOrd="0" destOrd="0" presId="urn:microsoft.com/office/officeart/2018/5/layout/IconLeafLabelList"/>
    <dgm:cxn modelId="{4B30AEA3-DCF3-40D4-A9A8-29DFF7ECE59F}" type="presParOf" srcId="{24EAD205-FDD3-4586-A529-03E049AB03F3}" destId="{AEEF5B9B-92D9-42F5-B16B-A319A79856DE}" srcOrd="1" destOrd="0" presId="urn:microsoft.com/office/officeart/2018/5/layout/IconLeafLabelList"/>
    <dgm:cxn modelId="{6A7EB708-AC28-4473-BBA5-F00923848056}" type="presParOf" srcId="{24EAD205-FDD3-4586-A529-03E049AB03F3}" destId="{0E9DF9EB-D5C5-4E1C-A33D-7DF1F6742C87}" srcOrd="2" destOrd="0" presId="urn:microsoft.com/office/officeart/2018/5/layout/IconLeafLabelList"/>
    <dgm:cxn modelId="{52224C29-2078-4DF6-A7EF-671D3090EC11}" type="presParOf" srcId="{24EAD205-FDD3-4586-A529-03E049AB03F3}" destId="{880EBBA2-340B-4466-8572-19C6EAE5E64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102314-7E9C-46AA-B4F7-B15537BF6BC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A0F92B7-52EF-409D-A956-4AB37851854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Structural: </a:t>
          </a:r>
        </a:p>
        <a:p>
          <a:pPr>
            <a:lnSpc>
              <a:spcPct val="100000"/>
            </a:lnSpc>
            <a:defRPr cap="all"/>
          </a:pPr>
          <a:r>
            <a:rPr lang="en-US" b="1" dirty="0"/>
            <a:t>Class</a:t>
          </a:r>
          <a:r>
            <a:rPr lang="en-US" b="0" dirty="0"/>
            <a:t>, Object, Component, Deployment</a:t>
          </a:r>
        </a:p>
      </dgm:t>
    </dgm:pt>
    <dgm:pt modelId="{CB36EE21-8D70-4448-8B58-A563E2679D6D}" type="parTrans" cxnId="{014C4C1D-E36C-4E26-BE7E-878BC931A44B}">
      <dgm:prSet/>
      <dgm:spPr/>
      <dgm:t>
        <a:bodyPr/>
        <a:lstStyle/>
        <a:p>
          <a:endParaRPr lang="en-US"/>
        </a:p>
      </dgm:t>
    </dgm:pt>
    <dgm:pt modelId="{3BAFDD99-627D-47B8-9055-B013A64400A4}" type="sibTrans" cxnId="{014C4C1D-E36C-4E26-BE7E-878BC931A44B}">
      <dgm:prSet/>
      <dgm:spPr/>
      <dgm:t>
        <a:bodyPr/>
        <a:lstStyle/>
        <a:p>
          <a:endParaRPr lang="en-US"/>
        </a:p>
      </dgm:t>
    </dgm:pt>
    <dgm:pt modelId="{C3A67141-5BBB-46BE-BF0F-DB58DC821A6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Behavioral:</a:t>
          </a:r>
        </a:p>
        <a:p>
          <a:pPr>
            <a:lnSpc>
              <a:spcPct val="100000"/>
            </a:lnSpc>
            <a:defRPr cap="all"/>
          </a:pPr>
          <a:r>
            <a:rPr lang="en-US" dirty="0"/>
            <a:t> </a:t>
          </a:r>
          <a:r>
            <a:rPr lang="en-US" b="1" dirty="0"/>
            <a:t>Use Case, Sequence, Activity</a:t>
          </a:r>
          <a:r>
            <a:rPr lang="en-US" dirty="0"/>
            <a:t>, State</a:t>
          </a:r>
        </a:p>
      </dgm:t>
    </dgm:pt>
    <dgm:pt modelId="{138D9AD2-5BB9-4400-9DB8-68B5F80DE7FE}" type="parTrans" cxnId="{47A2ED71-9773-41C3-B2EA-4C7DAC5ADEB1}">
      <dgm:prSet/>
      <dgm:spPr/>
      <dgm:t>
        <a:bodyPr/>
        <a:lstStyle/>
        <a:p>
          <a:endParaRPr lang="en-US"/>
        </a:p>
      </dgm:t>
    </dgm:pt>
    <dgm:pt modelId="{3FCE0302-F1BD-480E-A908-D0FE4E2382D2}" type="sibTrans" cxnId="{47A2ED71-9773-41C3-B2EA-4C7DAC5ADEB1}">
      <dgm:prSet/>
      <dgm:spPr/>
      <dgm:t>
        <a:bodyPr/>
        <a:lstStyle/>
        <a:p>
          <a:endParaRPr lang="en-US"/>
        </a:p>
      </dgm:t>
    </dgm:pt>
    <dgm:pt modelId="{A46E21CB-B5E0-40F2-9FC7-E54CFACEC211}" type="pres">
      <dgm:prSet presAssocID="{F8102314-7E9C-46AA-B4F7-B15537BF6BCA}" presName="root" presStyleCnt="0">
        <dgm:presLayoutVars>
          <dgm:dir/>
          <dgm:resizeHandles val="exact"/>
        </dgm:presLayoutVars>
      </dgm:prSet>
      <dgm:spPr/>
    </dgm:pt>
    <dgm:pt modelId="{F535E366-586E-4C45-8D6E-CA6C55752594}" type="pres">
      <dgm:prSet presAssocID="{1A0F92B7-52EF-409D-A956-4AB37851854D}" presName="compNode" presStyleCnt="0"/>
      <dgm:spPr/>
    </dgm:pt>
    <dgm:pt modelId="{A92367D1-F5A4-438D-B930-F202950E3B47}" type="pres">
      <dgm:prSet presAssocID="{1A0F92B7-52EF-409D-A956-4AB37851854D}" presName="iconBgRect" presStyleLbl="bgShp" presStyleIdx="0" presStyleCnt="2"/>
      <dgm:spPr/>
    </dgm:pt>
    <dgm:pt modelId="{7CA613CB-35B3-488C-A3B1-4DD8F0F19575}" type="pres">
      <dgm:prSet presAssocID="{1A0F92B7-52EF-409D-A956-4AB37851854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023CDEC8-529B-46A3-ADD9-F7BD2BEAFB28}" type="pres">
      <dgm:prSet presAssocID="{1A0F92B7-52EF-409D-A956-4AB37851854D}" presName="spaceRect" presStyleCnt="0"/>
      <dgm:spPr/>
    </dgm:pt>
    <dgm:pt modelId="{736994D4-2059-49DE-B92F-C4F44550F5A2}" type="pres">
      <dgm:prSet presAssocID="{1A0F92B7-52EF-409D-A956-4AB37851854D}" presName="textRect" presStyleLbl="revTx" presStyleIdx="0" presStyleCnt="2">
        <dgm:presLayoutVars>
          <dgm:chMax val="1"/>
          <dgm:chPref val="1"/>
        </dgm:presLayoutVars>
      </dgm:prSet>
      <dgm:spPr/>
    </dgm:pt>
    <dgm:pt modelId="{93664944-A40E-438E-8341-80516A373F8F}" type="pres">
      <dgm:prSet presAssocID="{3BAFDD99-627D-47B8-9055-B013A64400A4}" presName="sibTrans" presStyleCnt="0"/>
      <dgm:spPr/>
    </dgm:pt>
    <dgm:pt modelId="{9BC848EF-513D-4CC1-89CB-8B7394E06104}" type="pres">
      <dgm:prSet presAssocID="{C3A67141-5BBB-46BE-BF0F-DB58DC821A68}" presName="compNode" presStyleCnt="0"/>
      <dgm:spPr/>
    </dgm:pt>
    <dgm:pt modelId="{37CFC0ED-849B-47BC-88D9-69219074C630}" type="pres">
      <dgm:prSet presAssocID="{C3A67141-5BBB-46BE-BF0F-DB58DC821A68}" presName="iconBgRect" presStyleLbl="bgShp" presStyleIdx="1" presStyleCnt="2"/>
      <dgm:spPr/>
    </dgm:pt>
    <dgm:pt modelId="{49CB8128-137F-441B-ACB2-B2020C9EC758}" type="pres">
      <dgm:prSet presAssocID="{C3A67141-5BBB-46BE-BF0F-DB58DC821A6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2E5C9A0D-1577-4B5D-B7EC-67A243579546}" type="pres">
      <dgm:prSet presAssocID="{C3A67141-5BBB-46BE-BF0F-DB58DC821A68}" presName="spaceRect" presStyleCnt="0"/>
      <dgm:spPr/>
    </dgm:pt>
    <dgm:pt modelId="{81B77864-3759-4B5A-B3B5-F4006B8A9FDE}" type="pres">
      <dgm:prSet presAssocID="{C3A67141-5BBB-46BE-BF0F-DB58DC821A6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14C4C1D-E36C-4E26-BE7E-878BC931A44B}" srcId="{F8102314-7E9C-46AA-B4F7-B15537BF6BCA}" destId="{1A0F92B7-52EF-409D-A956-4AB37851854D}" srcOrd="0" destOrd="0" parTransId="{CB36EE21-8D70-4448-8B58-A563E2679D6D}" sibTransId="{3BAFDD99-627D-47B8-9055-B013A64400A4}"/>
    <dgm:cxn modelId="{47A2ED71-9773-41C3-B2EA-4C7DAC5ADEB1}" srcId="{F8102314-7E9C-46AA-B4F7-B15537BF6BCA}" destId="{C3A67141-5BBB-46BE-BF0F-DB58DC821A68}" srcOrd="1" destOrd="0" parTransId="{138D9AD2-5BB9-4400-9DB8-68B5F80DE7FE}" sibTransId="{3FCE0302-F1BD-480E-A908-D0FE4E2382D2}"/>
    <dgm:cxn modelId="{6F7EFC7D-31CD-974C-9AD0-3549890C5709}" type="presOf" srcId="{1A0F92B7-52EF-409D-A956-4AB37851854D}" destId="{736994D4-2059-49DE-B92F-C4F44550F5A2}" srcOrd="0" destOrd="0" presId="urn:microsoft.com/office/officeart/2018/5/layout/IconCircleLabelList"/>
    <dgm:cxn modelId="{59FDCFD0-94C6-E84A-AC1F-6DE7C20B3B77}" type="presOf" srcId="{F8102314-7E9C-46AA-B4F7-B15537BF6BCA}" destId="{A46E21CB-B5E0-40F2-9FC7-E54CFACEC211}" srcOrd="0" destOrd="0" presId="urn:microsoft.com/office/officeart/2018/5/layout/IconCircleLabelList"/>
    <dgm:cxn modelId="{570BA9DB-B43D-744C-BAFE-BC4BDF49AB3B}" type="presOf" srcId="{C3A67141-5BBB-46BE-BF0F-DB58DC821A68}" destId="{81B77864-3759-4B5A-B3B5-F4006B8A9FDE}" srcOrd="0" destOrd="0" presId="urn:microsoft.com/office/officeart/2018/5/layout/IconCircleLabelList"/>
    <dgm:cxn modelId="{50C6A8A0-CBE3-1040-A244-164BBC9BB222}" type="presParOf" srcId="{A46E21CB-B5E0-40F2-9FC7-E54CFACEC211}" destId="{F535E366-586E-4C45-8D6E-CA6C55752594}" srcOrd="0" destOrd="0" presId="urn:microsoft.com/office/officeart/2018/5/layout/IconCircleLabelList"/>
    <dgm:cxn modelId="{E357ADE4-A443-2241-9506-FB5C1FBBFA89}" type="presParOf" srcId="{F535E366-586E-4C45-8D6E-CA6C55752594}" destId="{A92367D1-F5A4-438D-B930-F202950E3B47}" srcOrd="0" destOrd="0" presId="urn:microsoft.com/office/officeart/2018/5/layout/IconCircleLabelList"/>
    <dgm:cxn modelId="{6752B91E-32BF-0446-AFF5-82EBE4279E12}" type="presParOf" srcId="{F535E366-586E-4C45-8D6E-CA6C55752594}" destId="{7CA613CB-35B3-488C-A3B1-4DD8F0F19575}" srcOrd="1" destOrd="0" presId="urn:microsoft.com/office/officeart/2018/5/layout/IconCircleLabelList"/>
    <dgm:cxn modelId="{F1DBEFF3-DE00-F141-9ACF-9D871AA5DA6E}" type="presParOf" srcId="{F535E366-586E-4C45-8D6E-CA6C55752594}" destId="{023CDEC8-529B-46A3-ADD9-F7BD2BEAFB28}" srcOrd="2" destOrd="0" presId="urn:microsoft.com/office/officeart/2018/5/layout/IconCircleLabelList"/>
    <dgm:cxn modelId="{9DE24DB0-D349-5A47-859E-8E0E945BD1A9}" type="presParOf" srcId="{F535E366-586E-4C45-8D6E-CA6C55752594}" destId="{736994D4-2059-49DE-B92F-C4F44550F5A2}" srcOrd="3" destOrd="0" presId="urn:microsoft.com/office/officeart/2018/5/layout/IconCircleLabelList"/>
    <dgm:cxn modelId="{6660B1FD-502A-BE40-9E9F-76C681777487}" type="presParOf" srcId="{A46E21CB-B5E0-40F2-9FC7-E54CFACEC211}" destId="{93664944-A40E-438E-8341-80516A373F8F}" srcOrd="1" destOrd="0" presId="urn:microsoft.com/office/officeart/2018/5/layout/IconCircleLabelList"/>
    <dgm:cxn modelId="{20DD6113-0502-E245-B800-70279ADE783D}" type="presParOf" srcId="{A46E21CB-B5E0-40F2-9FC7-E54CFACEC211}" destId="{9BC848EF-513D-4CC1-89CB-8B7394E06104}" srcOrd="2" destOrd="0" presId="urn:microsoft.com/office/officeart/2018/5/layout/IconCircleLabelList"/>
    <dgm:cxn modelId="{1CC03B0D-0459-4949-8B57-579B8C6D5F63}" type="presParOf" srcId="{9BC848EF-513D-4CC1-89CB-8B7394E06104}" destId="{37CFC0ED-849B-47BC-88D9-69219074C630}" srcOrd="0" destOrd="0" presId="urn:microsoft.com/office/officeart/2018/5/layout/IconCircleLabelList"/>
    <dgm:cxn modelId="{A47C22F2-C6D7-5947-976F-516EEC43A6A6}" type="presParOf" srcId="{9BC848EF-513D-4CC1-89CB-8B7394E06104}" destId="{49CB8128-137F-441B-ACB2-B2020C9EC758}" srcOrd="1" destOrd="0" presId="urn:microsoft.com/office/officeart/2018/5/layout/IconCircleLabelList"/>
    <dgm:cxn modelId="{34F7793A-B1E5-154C-8F38-7182BEA6713D}" type="presParOf" srcId="{9BC848EF-513D-4CC1-89CB-8B7394E06104}" destId="{2E5C9A0D-1577-4B5D-B7EC-67A243579546}" srcOrd="2" destOrd="0" presId="urn:microsoft.com/office/officeart/2018/5/layout/IconCircleLabelList"/>
    <dgm:cxn modelId="{CAF1B404-3D51-5245-89CE-B8585FCDBA94}" type="presParOf" srcId="{9BC848EF-513D-4CC1-89CB-8B7394E06104}" destId="{81B77864-3759-4B5A-B3B5-F4006B8A9FD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74CE56-3C1D-410F-B410-00557CD4E99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ECB23DD-9D4E-43C5-A2E5-149873A85251}">
      <dgm:prSet/>
      <dgm:spPr/>
      <dgm:t>
        <a:bodyPr/>
        <a:lstStyle/>
        <a:p>
          <a:pPr>
            <a:defRPr cap="all"/>
          </a:pPr>
          <a:r>
            <a:rPr lang="en-US" b="1" dirty="0"/>
            <a:t>Encapsulation</a:t>
          </a:r>
          <a:r>
            <a:rPr lang="en-US" dirty="0"/>
            <a:t> </a:t>
          </a:r>
        </a:p>
        <a:p>
          <a:pPr>
            <a:defRPr cap="all"/>
          </a:pPr>
          <a:r>
            <a:rPr lang="en-US" dirty="0"/>
            <a:t>keep data safe within classes.</a:t>
          </a:r>
        </a:p>
      </dgm:t>
    </dgm:pt>
    <dgm:pt modelId="{4FCDCDB5-9B47-4AE1-ACD7-67599E95C65A}" type="parTrans" cxnId="{BEE3C04C-E61D-45F4-8789-97C336F3E2FE}">
      <dgm:prSet/>
      <dgm:spPr/>
      <dgm:t>
        <a:bodyPr/>
        <a:lstStyle/>
        <a:p>
          <a:endParaRPr lang="en-US"/>
        </a:p>
      </dgm:t>
    </dgm:pt>
    <dgm:pt modelId="{E6C852DB-7B81-4400-AFE0-0C1BE9CC84D1}" type="sibTrans" cxnId="{BEE3C04C-E61D-45F4-8789-97C336F3E2FE}">
      <dgm:prSet/>
      <dgm:spPr/>
      <dgm:t>
        <a:bodyPr/>
        <a:lstStyle/>
        <a:p>
          <a:endParaRPr lang="en-US"/>
        </a:p>
      </dgm:t>
    </dgm:pt>
    <dgm:pt modelId="{2261E18F-2DC2-46DB-9491-D5617455D122}">
      <dgm:prSet/>
      <dgm:spPr/>
      <dgm:t>
        <a:bodyPr/>
        <a:lstStyle/>
        <a:p>
          <a:pPr>
            <a:defRPr cap="all"/>
          </a:pPr>
          <a:r>
            <a:rPr lang="en-US" b="1" dirty="0"/>
            <a:t>Inheritance</a:t>
          </a:r>
          <a:r>
            <a:rPr lang="en-US" dirty="0"/>
            <a:t> </a:t>
          </a:r>
        </a:p>
        <a:p>
          <a:pPr>
            <a:defRPr cap="all"/>
          </a:pPr>
          <a:r>
            <a:rPr lang="en-US" dirty="0"/>
            <a:t>reuse logic across classes.</a:t>
          </a:r>
        </a:p>
      </dgm:t>
    </dgm:pt>
    <dgm:pt modelId="{0C8754E4-6100-45AA-9D28-E54379002672}" type="parTrans" cxnId="{5C9B1180-B682-46AA-8F39-3FC92935930A}">
      <dgm:prSet/>
      <dgm:spPr/>
      <dgm:t>
        <a:bodyPr/>
        <a:lstStyle/>
        <a:p>
          <a:endParaRPr lang="en-US"/>
        </a:p>
      </dgm:t>
    </dgm:pt>
    <dgm:pt modelId="{F2079CE3-E235-4B14-A566-A6F02687FE6E}" type="sibTrans" cxnId="{5C9B1180-B682-46AA-8F39-3FC92935930A}">
      <dgm:prSet/>
      <dgm:spPr/>
      <dgm:t>
        <a:bodyPr/>
        <a:lstStyle/>
        <a:p>
          <a:endParaRPr lang="en-US"/>
        </a:p>
      </dgm:t>
    </dgm:pt>
    <dgm:pt modelId="{56C9AC20-C4A3-4D7F-93D7-10A0C298E7AB}">
      <dgm:prSet/>
      <dgm:spPr/>
      <dgm:t>
        <a:bodyPr/>
        <a:lstStyle/>
        <a:p>
          <a:pPr>
            <a:defRPr cap="all"/>
          </a:pPr>
          <a:r>
            <a:rPr lang="en-US" b="1" dirty="0"/>
            <a:t>Polymorphism</a:t>
          </a:r>
          <a:r>
            <a:rPr lang="en-US" dirty="0"/>
            <a:t>  </a:t>
          </a:r>
        </a:p>
        <a:p>
          <a:pPr>
            <a:defRPr cap="all"/>
          </a:pPr>
          <a:r>
            <a:rPr lang="en-US" dirty="0"/>
            <a:t>same interface, different behaviors.</a:t>
          </a:r>
        </a:p>
      </dgm:t>
    </dgm:pt>
    <dgm:pt modelId="{3167FBBF-42CB-4BFF-8A26-4720BCCB024E}" type="parTrans" cxnId="{4EB136D8-8979-4BE4-B6A8-CBD29F8A78A7}">
      <dgm:prSet/>
      <dgm:spPr/>
      <dgm:t>
        <a:bodyPr/>
        <a:lstStyle/>
        <a:p>
          <a:endParaRPr lang="en-US"/>
        </a:p>
      </dgm:t>
    </dgm:pt>
    <dgm:pt modelId="{FC211EDE-61FA-45BD-A450-FEA7B218F443}" type="sibTrans" cxnId="{4EB136D8-8979-4BE4-B6A8-CBD29F8A78A7}">
      <dgm:prSet/>
      <dgm:spPr/>
      <dgm:t>
        <a:bodyPr/>
        <a:lstStyle/>
        <a:p>
          <a:endParaRPr lang="en-US"/>
        </a:p>
      </dgm:t>
    </dgm:pt>
    <dgm:pt modelId="{BBBE007C-7A63-4867-8A45-92881F836922}">
      <dgm:prSet/>
      <dgm:spPr/>
      <dgm:t>
        <a:bodyPr/>
        <a:lstStyle/>
        <a:p>
          <a:pPr>
            <a:defRPr cap="all"/>
          </a:pPr>
          <a:r>
            <a:rPr lang="en-US" b="1" dirty="0"/>
            <a:t>Abstraction</a:t>
          </a:r>
          <a:r>
            <a:rPr lang="en-US" dirty="0"/>
            <a:t> </a:t>
          </a:r>
        </a:p>
        <a:p>
          <a:pPr>
            <a:defRPr cap="all"/>
          </a:pPr>
          <a:r>
            <a:rPr lang="en-US" dirty="0"/>
            <a:t>focus on essentials, hide complexity.</a:t>
          </a:r>
        </a:p>
      </dgm:t>
    </dgm:pt>
    <dgm:pt modelId="{4C387468-F101-4CE7-85BD-AFD4A02196D9}" type="parTrans" cxnId="{8B050A6C-7BC5-424F-A99F-4EF3C154F92E}">
      <dgm:prSet/>
      <dgm:spPr/>
      <dgm:t>
        <a:bodyPr/>
        <a:lstStyle/>
        <a:p>
          <a:endParaRPr lang="en-US"/>
        </a:p>
      </dgm:t>
    </dgm:pt>
    <dgm:pt modelId="{0BD6CE5A-DF77-48E2-A8D1-FD09FD0BEF7E}" type="sibTrans" cxnId="{8B050A6C-7BC5-424F-A99F-4EF3C154F92E}">
      <dgm:prSet/>
      <dgm:spPr/>
      <dgm:t>
        <a:bodyPr/>
        <a:lstStyle/>
        <a:p>
          <a:endParaRPr lang="en-US"/>
        </a:p>
      </dgm:t>
    </dgm:pt>
    <dgm:pt modelId="{13CB6A52-3EFB-485E-8856-4FECC4057C21}" type="pres">
      <dgm:prSet presAssocID="{2674CE56-3C1D-410F-B410-00557CD4E997}" presName="root" presStyleCnt="0">
        <dgm:presLayoutVars>
          <dgm:dir/>
          <dgm:resizeHandles val="exact"/>
        </dgm:presLayoutVars>
      </dgm:prSet>
      <dgm:spPr/>
    </dgm:pt>
    <dgm:pt modelId="{FB471761-0D93-4722-9245-90510DBDE4FE}" type="pres">
      <dgm:prSet presAssocID="{2ECB23DD-9D4E-43C5-A2E5-149873A85251}" presName="compNode" presStyleCnt="0"/>
      <dgm:spPr/>
    </dgm:pt>
    <dgm:pt modelId="{E8B52092-A646-4C4D-B9B5-AC713211C956}" type="pres">
      <dgm:prSet presAssocID="{2ECB23DD-9D4E-43C5-A2E5-149873A8525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20766EE-3C7C-4A20-82D2-916D4363BC1F}" type="pres">
      <dgm:prSet presAssocID="{2ECB23DD-9D4E-43C5-A2E5-149873A8525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3BBF8ED-FD0B-4A09-9E62-AE8516338E04}" type="pres">
      <dgm:prSet presAssocID="{2ECB23DD-9D4E-43C5-A2E5-149873A85251}" presName="spaceRect" presStyleCnt="0"/>
      <dgm:spPr/>
    </dgm:pt>
    <dgm:pt modelId="{4D1A50A7-24DD-4839-AC1C-90165933C2FC}" type="pres">
      <dgm:prSet presAssocID="{2ECB23DD-9D4E-43C5-A2E5-149873A85251}" presName="textRect" presStyleLbl="revTx" presStyleIdx="0" presStyleCnt="4">
        <dgm:presLayoutVars>
          <dgm:chMax val="1"/>
          <dgm:chPref val="1"/>
        </dgm:presLayoutVars>
      </dgm:prSet>
      <dgm:spPr/>
    </dgm:pt>
    <dgm:pt modelId="{2499CB02-9801-44A7-B3DB-BD92578E79A4}" type="pres">
      <dgm:prSet presAssocID="{E6C852DB-7B81-4400-AFE0-0C1BE9CC84D1}" presName="sibTrans" presStyleCnt="0"/>
      <dgm:spPr/>
    </dgm:pt>
    <dgm:pt modelId="{31520B40-01FB-4501-8CF0-3322409AD110}" type="pres">
      <dgm:prSet presAssocID="{2261E18F-2DC2-46DB-9491-D5617455D122}" presName="compNode" presStyleCnt="0"/>
      <dgm:spPr/>
    </dgm:pt>
    <dgm:pt modelId="{72C5C02C-F81B-48D2-897D-6878DB114FB1}" type="pres">
      <dgm:prSet presAssocID="{2261E18F-2DC2-46DB-9491-D5617455D122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CBC16D5-DD74-4B5D-AA7B-914422CFDC9F}" type="pres">
      <dgm:prSet presAssocID="{2261E18F-2DC2-46DB-9491-D5617455D12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46AC979-5285-4577-A0EE-A2B7FAE81300}" type="pres">
      <dgm:prSet presAssocID="{2261E18F-2DC2-46DB-9491-D5617455D122}" presName="spaceRect" presStyleCnt="0"/>
      <dgm:spPr/>
    </dgm:pt>
    <dgm:pt modelId="{DF002BAF-2D25-459F-A53B-6D26F8B55E65}" type="pres">
      <dgm:prSet presAssocID="{2261E18F-2DC2-46DB-9491-D5617455D122}" presName="textRect" presStyleLbl="revTx" presStyleIdx="1" presStyleCnt="4">
        <dgm:presLayoutVars>
          <dgm:chMax val="1"/>
          <dgm:chPref val="1"/>
        </dgm:presLayoutVars>
      </dgm:prSet>
      <dgm:spPr/>
    </dgm:pt>
    <dgm:pt modelId="{AAFADE40-AAB3-4E2D-B57E-D342FE697861}" type="pres">
      <dgm:prSet presAssocID="{F2079CE3-E235-4B14-A566-A6F02687FE6E}" presName="sibTrans" presStyleCnt="0"/>
      <dgm:spPr/>
    </dgm:pt>
    <dgm:pt modelId="{37FA5C63-2105-4F8F-B4B4-934DB27982AA}" type="pres">
      <dgm:prSet presAssocID="{56C9AC20-C4A3-4D7F-93D7-10A0C298E7AB}" presName="compNode" presStyleCnt="0"/>
      <dgm:spPr/>
    </dgm:pt>
    <dgm:pt modelId="{15A67A04-1D1D-457F-97D5-5DDF3139A899}" type="pres">
      <dgm:prSet presAssocID="{56C9AC20-C4A3-4D7F-93D7-10A0C298E7AB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8F45AA0-CD30-4DE9-9D05-A73EBDFB7694}" type="pres">
      <dgm:prSet presAssocID="{56C9AC20-C4A3-4D7F-93D7-10A0C298E7A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C04B35C7-7F0C-4CCE-B426-C842979F8ED6}" type="pres">
      <dgm:prSet presAssocID="{56C9AC20-C4A3-4D7F-93D7-10A0C298E7AB}" presName="spaceRect" presStyleCnt="0"/>
      <dgm:spPr/>
    </dgm:pt>
    <dgm:pt modelId="{5DD7F69C-DC30-412C-9E1B-CE397D81E28F}" type="pres">
      <dgm:prSet presAssocID="{56C9AC20-C4A3-4D7F-93D7-10A0C298E7AB}" presName="textRect" presStyleLbl="revTx" presStyleIdx="2" presStyleCnt="4">
        <dgm:presLayoutVars>
          <dgm:chMax val="1"/>
          <dgm:chPref val="1"/>
        </dgm:presLayoutVars>
      </dgm:prSet>
      <dgm:spPr/>
    </dgm:pt>
    <dgm:pt modelId="{674164F6-2A32-449A-86A9-1615A00FBC13}" type="pres">
      <dgm:prSet presAssocID="{FC211EDE-61FA-45BD-A450-FEA7B218F443}" presName="sibTrans" presStyleCnt="0"/>
      <dgm:spPr/>
    </dgm:pt>
    <dgm:pt modelId="{36D24324-CF00-4EBD-9D12-355D2FAA1B86}" type="pres">
      <dgm:prSet presAssocID="{BBBE007C-7A63-4867-8A45-92881F836922}" presName="compNode" presStyleCnt="0"/>
      <dgm:spPr/>
    </dgm:pt>
    <dgm:pt modelId="{F9574024-7F27-4122-A289-5609A8245ECB}" type="pres">
      <dgm:prSet presAssocID="{BBBE007C-7A63-4867-8A45-92881F836922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E18890B-E4A2-4143-BFCB-0D4A412B58D7}" type="pres">
      <dgm:prSet presAssocID="{BBBE007C-7A63-4867-8A45-92881F83692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77904674-3249-4B57-AF49-50C1F5903A64}" type="pres">
      <dgm:prSet presAssocID="{BBBE007C-7A63-4867-8A45-92881F836922}" presName="spaceRect" presStyleCnt="0"/>
      <dgm:spPr/>
    </dgm:pt>
    <dgm:pt modelId="{716EA95C-9F2C-4B68-AACF-81097F1DF7F5}" type="pres">
      <dgm:prSet presAssocID="{BBBE007C-7A63-4867-8A45-92881F83692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DB1982E-31DC-434E-B550-37843D64EEDE}" type="presOf" srcId="{56C9AC20-C4A3-4D7F-93D7-10A0C298E7AB}" destId="{5DD7F69C-DC30-412C-9E1B-CE397D81E28F}" srcOrd="0" destOrd="0" presId="urn:microsoft.com/office/officeart/2018/5/layout/IconLeafLabelList"/>
    <dgm:cxn modelId="{BEE3C04C-E61D-45F4-8789-97C336F3E2FE}" srcId="{2674CE56-3C1D-410F-B410-00557CD4E997}" destId="{2ECB23DD-9D4E-43C5-A2E5-149873A85251}" srcOrd="0" destOrd="0" parTransId="{4FCDCDB5-9B47-4AE1-ACD7-67599E95C65A}" sibTransId="{E6C852DB-7B81-4400-AFE0-0C1BE9CC84D1}"/>
    <dgm:cxn modelId="{139B1E5C-7E5B-4815-89C9-DA1BA769F530}" type="presOf" srcId="{2674CE56-3C1D-410F-B410-00557CD4E997}" destId="{13CB6A52-3EFB-485E-8856-4FECC4057C21}" srcOrd="0" destOrd="0" presId="urn:microsoft.com/office/officeart/2018/5/layout/IconLeafLabelList"/>
    <dgm:cxn modelId="{8B050A6C-7BC5-424F-A99F-4EF3C154F92E}" srcId="{2674CE56-3C1D-410F-B410-00557CD4E997}" destId="{BBBE007C-7A63-4867-8A45-92881F836922}" srcOrd="3" destOrd="0" parTransId="{4C387468-F101-4CE7-85BD-AFD4A02196D9}" sibTransId="{0BD6CE5A-DF77-48E2-A8D1-FD09FD0BEF7E}"/>
    <dgm:cxn modelId="{5C9B1180-B682-46AA-8F39-3FC92935930A}" srcId="{2674CE56-3C1D-410F-B410-00557CD4E997}" destId="{2261E18F-2DC2-46DB-9491-D5617455D122}" srcOrd="1" destOrd="0" parTransId="{0C8754E4-6100-45AA-9D28-E54379002672}" sibTransId="{F2079CE3-E235-4B14-A566-A6F02687FE6E}"/>
    <dgm:cxn modelId="{48FF3DA8-3449-4C09-B5FA-5CAE95F45BA9}" type="presOf" srcId="{2ECB23DD-9D4E-43C5-A2E5-149873A85251}" destId="{4D1A50A7-24DD-4839-AC1C-90165933C2FC}" srcOrd="0" destOrd="0" presId="urn:microsoft.com/office/officeart/2018/5/layout/IconLeafLabelList"/>
    <dgm:cxn modelId="{D1B41FC5-A2A7-417B-8B95-8FE4295DD680}" type="presOf" srcId="{BBBE007C-7A63-4867-8A45-92881F836922}" destId="{716EA95C-9F2C-4B68-AACF-81097F1DF7F5}" srcOrd="0" destOrd="0" presId="urn:microsoft.com/office/officeart/2018/5/layout/IconLeafLabelList"/>
    <dgm:cxn modelId="{9120EAD7-0E19-4D2B-AD9A-DB00586C6EC5}" type="presOf" srcId="{2261E18F-2DC2-46DB-9491-D5617455D122}" destId="{DF002BAF-2D25-459F-A53B-6D26F8B55E65}" srcOrd="0" destOrd="0" presId="urn:microsoft.com/office/officeart/2018/5/layout/IconLeafLabelList"/>
    <dgm:cxn modelId="{4EB136D8-8979-4BE4-B6A8-CBD29F8A78A7}" srcId="{2674CE56-3C1D-410F-B410-00557CD4E997}" destId="{56C9AC20-C4A3-4D7F-93D7-10A0C298E7AB}" srcOrd="2" destOrd="0" parTransId="{3167FBBF-42CB-4BFF-8A26-4720BCCB024E}" sibTransId="{FC211EDE-61FA-45BD-A450-FEA7B218F443}"/>
    <dgm:cxn modelId="{4F6C8DF1-A30A-42CC-B0E5-483C943A8883}" type="presParOf" srcId="{13CB6A52-3EFB-485E-8856-4FECC4057C21}" destId="{FB471761-0D93-4722-9245-90510DBDE4FE}" srcOrd="0" destOrd="0" presId="urn:microsoft.com/office/officeart/2018/5/layout/IconLeafLabelList"/>
    <dgm:cxn modelId="{FDE0FEE4-3A95-49AA-BBE0-28C6AC910AF2}" type="presParOf" srcId="{FB471761-0D93-4722-9245-90510DBDE4FE}" destId="{E8B52092-A646-4C4D-B9B5-AC713211C956}" srcOrd="0" destOrd="0" presId="urn:microsoft.com/office/officeart/2018/5/layout/IconLeafLabelList"/>
    <dgm:cxn modelId="{53426269-5ADB-427F-8C78-D9FF0A659DB5}" type="presParOf" srcId="{FB471761-0D93-4722-9245-90510DBDE4FE}" destId="{720766EE-3C7C-4A20-82D2-916D4363BC1F}" srcOrd="1" destOrd="0" presId="urn:microsoft.com/office/officeart/2018/5/layout/IconLeafLabelList"/>
    <dgm:cxn modelId="{27FB5482-5F06-434D-BB52-AE3E0D7A13D9}" type="presParOf" srcId="{FB471761-0D93-4722-9245-90510DBDE4FE}" destId="{83BBF8ED-FD0B-4A09-9E62-AE8516338E04}" srcOrd="2" destOrd="0" presId="urn:microsoft.com/office/officeart/2018/5/layout/IconLeafLabelList"/>
    <dgm:cxn modelId="{1B652DA5-5FBB-44F8-8DAA-7771D15EB4D5}" type="presParOf" srcId="{FB471761-0D93-4722-9245-90510DBDE4FE}" destId="{4D1A50A7-24DD-4839-AC1C-90165933C2FC}" srcOrd="3" destOrd="0" presId="urn:microsoft.com/office/officeart/2018/5/layout/IconLeafLabelList"/>
    <dgm:cxn modelId="{C0068A0A-32AE-4D6B-8879-6E522B6322EF}" type="presParOf" srcId="{13CB6A52-3EFB-485E-8856-4FECC4057C21}" destId="{2499CB02-9801-44A7-B3DB-BD92578E79A4}" srcOrd="1" destOrd="0" presId="urn:microsoft.com/office/officeart/2018/5/layout/IconLeafLabelList"/>
    <dgm:cxn modelId="{50C1B3FD-2F8C-46B7-BE64-1B4E02300D12}" type="presParOf" srcId="{13CB6A52-3EFB-485E-8856-4FECC4057C21}" destId="{31520B40-01FB-4501-8CF0-3322409AD110}" srcOrd="2" destOrd="0" presId="urn:microsoft.com/office/officeart/2018/5/layout/IconLeafLabelList"/>
    <dgm:cxn modelId="{5C32963A-397F-4456-9001-6E9DA06A15CF}" type="presParOf" srcId="{31520B40-01FB-4501-8CF0-3322409AD110}" destId="{72C5C02C-F81B-48D2-897D-6878DB114FB1}" srcOrd="0" destOrd="0" presId="urn:microsoft.com/office/officeart/2018/5/layout/IconLeafLabelList"/>
    <dgm:cxn modelId="{EB0A905E-F6CA-463C-B52E-EA11EF9334E0}" type="presParOf" srcId="{31520B40-01FB-4501-8CF0-3322409AD110}" destId="{BCBC16D5-DD74-4B5D-AA7B-914422CFDC9F}" srcOrd="1" destOrd="0" presId="urn:microsoft.com/office/officeart/2018/5/layout/IconLeafLabelList"/>
    <dgm:cxn modelId="{16E6821C-66CB-4180-844F-13C3B7A3F737}" type="presParOf" srcId="{31520B40-01FB-4501-8CF0-3322409AD110}" destId="{C46AC979-5285-4577-A0EE-A2B7FAE81300}" srcOrd="2" destOrd="0" presId="urn:microsoft.com/office/officeart/2018/5/layout/IconLeafLabelList"/>
    <dgm:cxn modelId="{CA2B1F5C-AF71-46DC-B691-07A28D152FF4}" type="presParOf" srcId="{31520B40-01FB-4501-8CF0-3322409AD110}" destId="{DF002BAF-2D25-459F-A53B-6D26F8B55E65}" srcOrd="3" destOrd="0" presId="urn:microsoft.com/office/officeart/2018/5/layout/IconLeafLabelList"/>
    <dgm:cxn modelId="{27F80135-9FB5-44AB-9B65-1168D479D198}" type="presParOf" srcId="{13CB6A52-3EFB-485E-8856-4FECC4057C21}" destId="{AAFADE40-AAB3-4E2D-B57E-D342FE697861}" srcOrd="3" destOrd="0" presId="urn:microsoft.com/office/officeart/2018/5/layout/IconLeafLabelList"/>
    <dgm:cxn modelId="{D04BA0D6-275D-4AC6-BBCD-906586D48DA1}" type="presParOf" srcId="{13CB6A52-3EFB-485E-8856-4FECC4057C21}" destId="{37FA5C63-2105-4F8F-B4B4-934DB27982AA}" srcOrd="4" destOrd="0" presId="urn:microsoft.com/office/officeart/2018/5/layout/IconLeafLabelList"/>
    <dgm:cxn modelId="{2D71572F-6671-4D17-BA89-2302B492838E}" type="presParOf" srcId="{37FA5C63-2105-4F8F-B4B4-934DB27982AA}" destId="{15A67A04-1D1D-457F-97D5-5DDF3139A899}" srcOrd="0" destOrd="0" presId="urn:microsoft.com/office/officeart/2018/5/layout/IconLeafLabelList"/>
    <dgm:cxn modelId="{63D455A6-4FAF-465D-9172-FD99186648D4}" type="presParOf" srcId="{37FA5C63-2105-4F8F-B4B4-934DB27982AA}" destId="{A8F45AA0-CD30-4DE9-9D05-A73EBDFB7694}" srcOrd="1" destOrd="0" presId="urn:microsoft.com/office/officeart/2018/5/layout/IconLeafLabelList"/>
    <dgm:cxn modelId="{E4CE1ABB-41F6-4006-9747-A2B3677AD4E6}" type="presParOf" srcId="{37FA5C63-2105-4F8F-B4B4-934DB27982AA}" destId="{C04B35C7-7F0C-4CCE-B426-C842979F8ED6}" srcOrd="2" destOrd="0" presId="urn:microsoft.com/office/officeart/2018/5/layout/IconLeafLabelList"/>
    <dgm:cxn modelId="{AF7476D0-32A6-4AF0-80A4-FD1B473E6D9C}" type="presParOf" srcId="{37FA5C63-2105-4F8F-B4B4-934DB27982AA}" destId="{5DD7F69C-DC30-412C-9E1B-CE397D81E28F}" srcOrd="3" destOrd="0" presId="urn:microsoft.com/office/officeart/2018/5/layout/IconLeafLabelList"/>
    <dgm:cxn modelId="{5C91B787-BF41-464E-9961-BE674B6B7975}" type="presParOf" srcId="{13CB6A52-3EFB-485E-8856-4FECC4057C21}" destId="{674164F6-2A32-449A-86A9-1615A00FBC13}" srcOrd="5" destOrd="0" presId="urn:microsoft.com/office/officeart/2018/5/layout/IconLeafLabelList"/>
    <dgm:cxn modelId="{3D5444BD-8369-4D21-9AE8-FCA394A86B54}" type="presParOf" srcId="{13CB6A52-3EFB-485E-8856-4FECC4057C21}" destId="{36D24324-CF00-4EBD-9D12-355D2FAA1B86}" srcOrd="6" destOrd="0" presId="urn:microsoft.com/office/officeart/2018/5/layout/IconLeafLabelList"/>
    <dgm:cxn modelId="{C987404F-9081-4943-85B4-0A2C467AF3D5}" type="presParOf" srcId="{36D24324-CF00-4EBD-9D12-355D2FAA1B86}" destId="{F9574024-7F27-4122-A289-5609A8245ECB}" srcOrd="0" destOrd="0" presId="urn:microsoft.com/office/officeart/2018/5/layout/IconLeafLabelList"/>
    <dgm:cxn modelId="{C09577F7-2EE0-40E5-A9A4-4B142E2BB94B}" type="presParOf" srcId="{36D24324-CF00-4EBD-9D12-355D2FAA1B86}" destId="{6E18890B-E4A2-4143-BFCB-0D4A412B58D7}" srcOrd="1" destOrd="0" presId="urn:microsoft.com/office/officeart/2018/5/layout/IconLeafLabelList"/>
    <dgm:cxn modelId="{7D5C0EF2-308A-4150-8309-6B52F6F86028}" type="presParOf" srcId="{36D24324-CF00-4EBD-9D12-355D2FAA1B86}" destId="{77904674-3249-4B57-AF49-50C1F5903A64}" srcOrd="2" destOrd="0" presId="urn:microsoft.com/office/officeart/2018/5/layout/IconLeafLabelList"/>
    <dgm:cxn modelId="{1565636E-A85B-4D82-B16C-9906F5CB97F7}" type="presParOf" srcId="{36D24324-CF00-4EBD-9D12-355D2FAA1B86}" destId="{716EA95C-9F2C-4B68-AACF-81097F1DF7F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8C54ACB-BDDB-447C-AF54-AF14CB32B4F4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96F308C-0ABF-45EF-98EB-BAE78DD0EBD1}">
      <dgm:prSet/>
      <dgm:spPr/>
      <dgm:t>
        <a:bodyPr/>
        <a:lstStyle/>
        <a:p>
          <a:r>
            <a:rPr lang="en-US"/>
            <a:t>Three compartments: Name | Attributes | Methods.</a:t>
          </a:r>
        </a:p>
      </dgm:t>
    </dgm:pt>
    <dgm:pt modelId="{124BC9D8-7234-404F-9D28-B59E4A917BFF}" type="parTrans" cxnId="{47BEE767-55BF-44B5-9393-6A9ACD2E99A4}">
      <dgm:prSet/>
      <dgm:spPr/>
      <dgm:t>
        <a:bodyPr/>
        <a:lstStyle/>
        <a:p>
          <a:endParaRPr lang="en-US"/>
        </a:p>
      </dgm:t>
    </dgm:pt>
    <dgm:pt modelId="{37E115AB-6E72-4270-A759-D1F32A49C48E}" type="sibTrans" cxnId="{47BEE767-55BF-44B5-9393-6A9ACD2E99A4}">
      <dgm:prSet/>
      <dgm:spPr/>
      <dgm:t>
        <a:bodyPr/>
        <a:lstStyle/>
        <a:p>
          <a:endParaRPr lang="en-US"/>
        </a:p>
      </dgm:t>
    </dgm:pt>
    <dgm:pt modelId="{CCB4EDE5-4804-44EA-A49F-06382356AC9E}">
      <dgm:prSet/>
      <dgm:spPr/>
      <dgm:t>
        <a:bodyPr/>
        <a:lstStyle/>
        <a:p>
          <a:r>
            <a:rPr lang="en-US"/>
            <a:t>Visibility symbols: + public, - private, # protected.</a:t>
          </a:r>
        </a:p>
      </dgm:t>
    </dgm:pt>
    <dgm:pt modelId="{0908518B-DB6A-4D5B-AFE8-060E8F68A6E2}" type="parTrans" cxnId="{25DED6EC-1E50-4F11-8B37-0153FBF360B2}">
      <dgm:prSet/>
      <dgm:spPr/>
      <dgm:t>
        <a:bodyPr/>
        <a:lstStyle/>
        <a:p>
          <a:endParaRPr lang="en-US"/>
        </a:p>
      </dgm:t>
    </dgm:pt>
    <dgm:pt modelId="{F04FD3B1-DC66-438B-B425-6F4A6F463C93}" type="sibTrans" cxnId="{25DED6EC-1E50-4F11-8B37-0153FBF360B2}">
      <dgm:prSet/>
      <dgm:spPr/>
      <dgm:t>
        <a:bodyPr/>
        <a:lstStyle/>
        <a:p>
          <a:endParaRPr lang="en-US"/>
        </a:p>
      </dgm:t>
    </dgm:pt>
    <dgm:pt modelId="{46DBA047-7317-48B0-8E4F-A7E4FC42C59E}">
      <dgm:prSet/>
      <dgm:spPr/>
      <dgm:t>
        <a:bodyPr/>
        <a:lstStyle/>
        <a:p>
          <a:r>
            <a:rPr lang="en-US"/>
            <a:t>Relationships: Association, Aggregation, Composition, Inheritance.</a:t>
          </a:r>
        </a:p>
      </dgm:t>
    </dgm:pt>
    <dgm:pt modelId="{F0C6CA12-BC28-4C4A-8298-8FD51D8C7172}" type="parTrans" cxnId="{7D757FA3-423C-45E0-A61F-F3B1E8CD81CD}">
      <dgm:prSet/>
      <dgm:spPr/>
      <dgm:t>
        <a:bodyPr/>
        <a:lstStyle/>
        <a:p>
          <a:endParaRPr lang="en-US"/>
        </a:p>
      </dgm:t>
    </dgm:pt>
    <dgm:pt modelId="{2B91F5CC-4C81-41B8-919C-DF9F9269AE9D}" type="sibTrans" cxnId="{7D757FA3-423C-45E0-A61F-F3B1E8CD81CD}">
      <dgm:prSet/>
      <dgm:spPr/>
      <dgm:t>
        <a:bodyPr/>
        <a:lstStyle/>
        <a:p>
          <a:endParaRPr lang="en-US"/>
        </a:p>
      </dgm:t>
    </dgm:pt>
    <dgm:pt modelId="{D323504C-AFAC-8B47-94FC-771FFEB29DF1}" type="pres">
      <dgm:prSet presAssocID="{A8C54ACB-BDDB-447C-AF54-AF14CB32B4F4}" presName="vert0" presStyleCnt="0">
        <dgm:presLayoutVars>
          <dgm:dir/>
          <dgm:animOne val="branch"/>
          <dgm:animLvl val="lvl"/>
        </dgm:presLayoutVars>
      </dgm:prSet>
      <dgm:spPr/>
    </dgm:pt>
    <dgm:pt modelId="{F84FA97C-2D97-3F41-A493-231E77FDA388}" type="pres">
      <dgm:prSet presAssocID="{896F308C-0ABF-45EF-98EB-BAE78DD0EBD1}" presName="thickLine" presStyleLbl="alignNode1" presStyleIdx="0" presStyleCnt="3"/>
      <dgm:spPr/>
    </dgm:pt>
    <dgm:pt modelId="{AE13B1D1-4328-3F4D-B270-BE772476D826}" type="pres">
      <dgm:prSet presAssocID="{896F308C-0ABF-45EF-98EB-BAE78DD0EBD1}" presName="horz1" presStyleCnt="0"/>
      <dgm:spPr/>
    </dgm:pt>
    <dgm:pt modelId="{046022CF-8CDB-184B-94CE-097218138730}" type="pres">
      <dgm:prSet presAssocID="{896F308C-0ABF-45EF-98EB-BAE78DD0EBD1}" presName="tx1" presStyleLbl="revTx" presStyleIdx="0" presStyleCnt="3"/>
      <dgm:spPr/>
    </dgm:pt>
    <dgm:pt modelId="{0A198D6D-079B-8F49-B2C4-4702B31F7764}" type="pres">
      <dgm:prSet presAssocID="{896F308C-0ABF-45EF-98EB-BAE78DD0EBD1}" presName="vert1" presStyleCnt="0"/>
      <dgm:spPr/>
    </dgm:pt>
    <dgm:pt modelId="{E8F37E58-3298-8944-81A7-1E720DA9B7A6}" type="pres">
      <dgm:prSet presAssocID="{CCB4EDE5-4804-44EA-A49F-06382356AC9E}" presName="thickLine" presStyleLbl="alignNode1" presStyleIdx="1" presStyleCnt="3"/>
      <dgm:spPr/>
    </dgm:pt>
    <dgm:pt modelId="{B6CDA28A-0203-B645-B528-E5C79BD6D5A5}" type="pres">
      <dgm:prSet presAssocID="{CCB4EDE5-4804-44EA-A49F-06382356AC9E}" presName="horz1" presStyleCnt="0"/>
      <dgm:spPr/>
    </dgm:pt>
    <dgm:pt modelId="{9AC49A11-C894-7245-9971-B0B1B9EB90E2}" type="pres">
      <dgm:prSet presAssocID="{CCB4EDE5-4804-44EA-A49F-06382356AC9E}" presName="tx1" presStyleLbl="revTx" presStyleIdx="1" presStyleCnt="3"/>
      <dgm:spPr/>
    </dgm:pt>
    <dgm:pt modelId="{7AE74CEC-3452-E144-88EB-176FFC9387EE}" type="pres">
      <dgm:prSet presAssocID="{CCB4EDE5-4804-44EA-A49F-06382356AC9E}" presName="vert1" presStyleCnt="0"/>
      <dgm:spPr/>
    </dgm:pt>
    <dgm:pt modelId="{2CB9F840-D5B9-2C47-BE2D-D40C0AB3045B}" type="pres">
      <dgm:prSet presAssocID="{46DBA047-7317-48B0-8E4F-A7E4FC42C59E}" presName="thickLine" presStyleLbl="alignNode1" presStyleIdx="2" presStyleCnt="3"/>
      <dgm:spPr/>
    </dgm:pt>
    <dgm:pt modelId="{A796898F-9EE3-7140-93AD-6CC637DFF647}" type="pres">
      <dgm:prSet presAssocID="{46DBA047-7317-48B0-8E4F-A7E4FC42C59E}" presName="horz1" presStyleCnt="0"/>
      <dgm:spPr/>
    </dgm:pt>
    <dgm:pt modelId="{8B2BFC60-601B-5740-A09B-23BE359C59D1}" type="pres">
      <dgm:prSet presAssocID="{46DBA047-7317-48B0-8E4F-A7E4FC42C59E}" presName="tx1" presStyleLbl="revTx" presStyleIdx="2" presStyleCnt="3"/>
      <dgm:spPr/>
    </dgm:pt>
    <dgm:pt modelId="{99BC40EB-5AF8-8240-8FDD-4448794A8825}" type="pres">
      <dgm:prSet presAssocID="{46DBA047-7317-48B0-8E4F-A7E4FC42C59E}" presName="vert1" presStyleCnt="0"/>
      <dgm:spPr/>
    </dgm:pt>
  </dgm:ptLst>
  <dgm:cxnLst>
    <dgm:cxn modelId="{92B4EA16-AAF5-2C4A-BE22-F820AD3F4233}" type="presOf" srcId="{896F308C-0ABF-45EF-98EB-BAE78DD0EBD1}" destId="{046022CF-8CDB-184B-94CE-097218138730}" srcOrd="0" destOrd="0" presId="urn:microsoft.com/office/officeart/2008/layout/LinedList"/>
    <dgm:cxn modelId="{47BEE767-55BF-44B5-9393-6A9ACD2E99A4}" srcId="{A8C54ACB-BDDB-447C-AF54-AF14CB32B4F4}" destId="{896F308C-0ABF-45EF-98EB-BAE78DD0EBD1}" srcOrd="0" destOrd="0" parTransId="{124BC9D8-7234-404F-9D28-B59E4A917BFF}" sibTransId="{37E115AB-6E72-4270-A759-D1F32A49C48E}"/>
    <dgm:cxn modelId="{158E9A7D-8D4C-6E40-8636-5F206831CAC6}" type="presOf" srcId="{CCB4EDE5-4804-44EA-A49F-06382356AC9E}" destId="{9AC49A11-C894-7245-9971-B0B1B9EB90E2}" srcOrd="0" destOrd="0" presId="urn:microsoft.com/office/officeart/2008/layout/LinedList"/>
    <dgm:cxn modelId="{7D757FA3-423C-45E0-A61F-F3B1E8CD81CD}" srcId="{A8C54ACB-BDDB-447C-AF54-AF14CB32B4F4}" destId="{46DBA047-7317-48B0-8E4F-A7E4FC42C59E}" srcOrd="2" destOrd="0" parTransId="{F0C6CA12-BC28-4C4A-8298-8FD51D8C7172}" sibTransId="{2B91F5CC-4C81-41B8-919C-DF9F9269AE9D}"/>
    <dgm:cxn modelId="{03C555B7-C3FC-2843-9041-7479CBC3EC56}" type="presOf" srcId="{A8C54ACB-BDDB-447C-AF54-AF14CB32B4F4}" destId="{D323504C-AFAC-8B47-94FC-771FFEB29DF1}" srcOrd="0" destOrd="0" presId="urn:microsoft.com/office/officeart/2008/layout/LinedList"/>
    <dgm:cxn modelId="{0E70C8D5-4946-414F-AC9E-1F214A08CDC6}" type="presOf" srcId="{46DBA047-7317-48B0-8E4F-A7E4FC42C59E}" destId="{8B2BFC60-601B-5740-A09B-23BE359C59D1}" srcOrd="0" destOrd="0" presId="urn:microsoft.com/office/officeart/2008/layout/LinedList"/>
    <dgm:cxn modelId="{25DED6EC-1E50-4F11-8B37-0153FBF360B2}" srcId="{A8C54ACB-BDDB-447C-AF54-AF14CB32B4F4}" destId="{CCB4EDE5-4804-44EA-A49F-06382356AC9E}" srcOrd="1" destOrd="0" parTransId="{0908518B-DB6A-4D5B-AFE8-060E8F68A6E2}" sibTransId="{F04FD3B1-DC66-438B-B425-6F4A6F463C93}"/>
    <dgm:cxn modelId="{7BE575CE-DC8E-784F-A658-564FB02BA669}" type="presParOf" srcId="{D323504C-AFAC-8B47-94FC-771FFEB29DF1}" destId="{F84FA97C-2D97-3F41-A493-231E77FDA388}" srcOrd="0" destOrd="0" presId="urn:microsoft.com/office/officeart/2008/layout/LinedList"/>
    <dgm:cxn modelId="{8A642686-B899-7F4F-8D71-82DA6B60BD2F}" type="presParOf" srcId="{D323504C-AFAC-8B47-94FC-771FFEB29DF1}" destId="{AE13B1D1-4328-3F4D-B270-BE772476D826}" srcOrd="1" destOrd="0" presId="urn:microsoft.com/office/officeart/2008/layout/LinedList"/>
    <dgm:cxn modelId="{080709C8-1353-6241-A557-A611B3D23E8B}" type="presParOf" srcId="{AE13B1D1-4328-3F4D-B270-BE772476D826}" destId="{046022CF-8CDB-184B-94CE-097218138730}" srcOrd="0" destOrd="0" presId="urn:microsoft.com/office/officeart/2008/layout/LinedList"/>
    <dgm:cxn modelId="{4B657086-E151-1C40-853C-F89237904BF9}" type="presParOf" srcId="{AE13B1D1-4328-3F4D-B270-BE772476D826}" destId="{0A198D6D-079B-8F49-B2C4-4702B31F7764}" srcOrd="1" destOrd="0" presId="urn:microsoft.com/office/officeart/2008/layout/LinedList"/>
    <dgm:cxn modelId="{1F283029-0E3D-1942-942D-4C8E0AF8BAB8}" type="presParOf" srcId="{D323504C-AFAC-8B47-94FC-771FFEB29DF1}" destId="{E8F37E58-3298-8944-81A7-1E720DA9B7A6}" srcOrd="2" destOrd="0" presId="urn:microsoft.com/office/officeart/2008/layout/LinedList"/>
    <dgm:cxn modelId="{6360AAA9-3491-AD4B-98F8-1CEDE46D02F2}" type="presParOf" srcId="{D323504C-AFAC-8B47-94FC-771FFEB29DF1}" destId="{B6CDA28A-0203-B645-B528-E5C79BD6D5A5}" srcOrd="3" destOrd="0" presId="urn:microsoft.com/office/officeart/2008/layout/LinedList"/>
    <dgm:cxn modelId="{180E645A-A6CC-E440-9827-95283159E7DF}" type="presParOf" srcId="{B6CDA28A-0203-B645-B528-E5C79BD6D5A5}" destId="{9AC49A11-C894-7245-9971-B0B1B9EB90E2}" srcOrd="0" destOrd="0" presId="urn:microsoft.com/office/officeart/2008/layout/LinedList"/>
    <dgm:cxn modelId="{763515E1-FD65-4640-8173-74F6932FD817}" type="presParOf" srcId="{B6CDA28A-0203-B645-B528-E5C79BD6D5A5}" destId="{7AE74CEC-3452-E144-88EB-176FFC9387EE}" srcOrd="1" destOrd="0" presId="urn:microsoft.com/office/officeart/2008/layout/LinedList"/>
    <dgm:cxn modelId="{4604EA6D-925E-2B41-AAE3-143760FB35D3}" type="presParOf" srcId="{D323504C-AFAC-8B47-94FC-771FFEB29DF1}" destId="{2CB9F840-D5B9-2C47-BE2D-D40C0AB3045B}" srcOrd="4" destOrd="0" presId="urn:microsoft.com/office/officeart/2008/layout/LinedList"/>
    <dgm:cxn modelId="{E280FB6E-536A-B140-9900-E25989C9B931}" type="presParOf" srcId="{D323504C-AFAC-8B47-94FC-771FFEB29DF1}" destId="{A796898F-9EE3-7140-93AD-6CC637DFF647}" srcOrd="5" destOrd="0" presId="urn:microsoft.com/office/officeart/2008/layout/LinedList"/>
    <dgm:cxn modelId="{2465131D-8B32-1649-BD5C-A61E4642732C}" type="presParOf" srcId="{A796898F-9EE3-7140-93AD-6CC637DFF647}" destId="{8B2BFC60-601B-5740-A09B-23BE359C59D1}" srcOrd="0" destOrd="0" presId="urn:microsoft.com/office/officeart/2008/layout/LinedList"/>
    <dgm:cxn modelId="{3D7474A1-894D-254B-9B3C-796D5FC84FE1}" type="presParOf" srcId="{A796898F-9EE3-7140-93AD-6CC637DFF647}" destId="{99BC40EB-5AF8-8240-8FDD-4448794A882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CF0B25B-12B0-4794-8E8A-BAEAB9EA0ED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E6BD2A2-17BF-412E-A96A-C9029C0FD4FE}">
      <dgm:prSet/>
      <dgm:spPr/>
      <dgm:t>
        <a:bodyPr/>
        <a:lstStyle/>
        <a:p>
          <a:pPr>
            <a:defRPr cap="all"/>
          </a:pPr>
          <a:r>
            <a:rPr lang="en-US"/>
            <a:t>Association: general link between classes.</a:t>
          </a:r>
        </a:p>
      </dgm:t>
    </dgm:pt>
    <dgm:pt modelId="{566AF40F-11A5-48FA-8EA0-2F935A475D59}" type="parTrans" cxnId="{8C7C8546-A283-4D30-ABC4-63E2AE0F63C1}">
      <dgm:prSet/>
      <dgm:spPr/>
      <dgm:t>
        <a:bodyPr/>
        <a:lstStyle/>
        <a:p>
          <a:endParaRPr lang="en-US"/>
        </a:p>
      </dgm:t>
    </dgm:pt>
    <dgm:pt modelId="{2D0F88F3-E9AC-450D-AF8C-385B0204E90D}" type="sibTrans" cxnId="{8C7C8546-A283-4D30-ABC4-63E2AE0F63C1}">
      <dgm:prSet/>
      <dgm:spPr/>
      <dgm:t>
        <a:bodyPr/>
        <a:lstStyle/>
        <a:p>
          <a:endParaRPr lang="en-US"/>
        </a:p>
      </dgm:t>
    </dgm:pt>
    <dgm:pt modelId="{A06F6D29-F2EE-4782-A2C9-7E88632F44DD}">
      <dgm:prSet/>
      <dgm:spPr/>
      <dgm:t>
        <a:bodyPr/>
        <a:lstStyle/>
        <a:p>
          <a:pPr>
            <a:defRPr cap="all"/>
          </a:pPr>
          <a:r>
            <a:rPr lang="en-US"/>
            <a:t>Aggregation: whole–part, independent lifetime.</a:t>
          </a:r>
        </a:p>
      </dgm:t>
    </dgm:pt>
    <dgm:pt modelId="{6F9FB78C-3143-477C-B08C-E892039EA95D}" type="parTrans" cxnId="{4FBB0147-85BB-493B-9C64-D214198BD6B7}">
      <dgm:prSet/>
      <dgm:spPr/>
      <dgm:t>
        <a:bodyPr/>
        <a:lstStyle/>
        <a:p>
          <a:endParaRPr lang="en-US"/>
        </a:p>
      </dgm:t>
    </dgm:pt>
    <dgm:pt modelId="{6E8BB4E7-0129-4857-B2FD-6945FBC01CA5}" type="sibTrans" cxnId="{4FBB0147-85BB-493B-9C64-D214198BD6B7}">
      <dgm:prSet/>
      <dgm:spPr/>
      <dgm:t>
        <a:bodyPr/>
        <a:lstStyle/>
        <a:p>
          <a:endParaRPr lang="en-US"/>
        </a:p>
      </dgm:t>
    </dgm:pt>
    <dgm:pt modelId="{818ACC34-BF13-4F50-94EA-C9DBEE6650C6}">
      <dgm:prSet/>
      <dgm:spPr/>
      <dgm:t>
        <a:bodyPr/>
        <a:lstStyle/>
        <a:p>
          <a:pPr>
            <a:defRPr cap="all"/>
          </a:pPr>
          <a:r>
            <a:rPr lang="en-US"/>
            <a:t>Composition: whole–part, dependent lifetime.</a:t>
          </a:r>
        </a:p>
      </dgm:t>
    </dgm:pt>
    <dgm:pt modelId="{90296B1E-FB0B-4D0F-B5D0-C24E2E2712CA}" type="parTrans" cxnId="{F86BB566-0D43-456D-B0FB-95CA2E966DEB}">
      <dgm:prSet/>
      <dgm:spPr/>
      <dgm:t>
        <a:bodyPr/>
        <a:lstStyle/>
        <a:p>
          <a:endParaRPr lang="en-US"/>
        </a:p>
      </dgm:t>
    </dgm:pt>
    <dgm:pt modelId="{95516B9A-A777-4458-80BA-C22CBCC9042D}" type="sibTrans" cxnId="{F86BB566-0D43-456D-B0FB-95CA2E966DEB}">
      <dgm:prSet/>
      <dgm:spPr/>
      <dgm:t>
        <a:bodyPr/>
        <a:lstStyle/>
        <a:p>
          <a:endParaRPr lang="en-US"/>
        </a:p>
      </dgm:t>
    </dgm:pt>
    <dgm:pt modelId="{672E4C80-30E6-4A11-AA17-B6758A54A839}">
      <dgm:prSet/>
      <dgm:spPr/>
      <dgm:t>
        <a:bodyPr/>
        <a:lstStyle/>
        <a:p>
          <a:pPr>
            <a:defRPr cap="all"/>
          </a:pPr>
          <a:r>
            <a:rPr lang="en-US"/>
            <a:t>Inheritance: base–derived hierarchy.</a:t>
          </a:r>
        </a:p>
      </dgm:t>
    </dgm:pt>
    <dgm:pt modelId="{E1E6601F-44E6-4ABC-9639-E0C367366B0B}" type="parTrans" cxnId="{1BC4BF03-F02C-453E-97C5-B5D35E8CCCAB}">
      <dgm:prSet/>
      <dgm:spPr/>
      <dgm:t>
        <a:bodyPr/>
        <a:lstStyle/>
        <a:p>
          <a:endParaRPr lang="en-US"/>
        </a:p>
      </dgm:t>
    </dgm:pt>
    <dgm:pt modelId="{1FE9BE1A-1AB5-4F60-A6D7-32E1FFA3F762}" type="sibTrans" cxnId="{1BC4BF03-F02C-453E-97C5-B5D35E8CCCAB}">
      <dgm:prSet/>
      <dgm:spPr/>
      <dgm:t>
        <a:bodyPr/>
        <a:lstStyle/>
        <a:p>
          <a:endParaRPr lang="en-US"/>
        </a:p>
      </dgm:t>
    </dgm:pt>
    <dgm:pt modelId="{93824AEA-7FFE-4098-B404-0AB4AAA45314}" type="pres">
      <dgm:prSet presAssocID="{1CF0B25B-12B0-4794-8E8A-BAEAB9EA0ED4}" presName="root" presStyleCnt="0">
        <dgm:presLayoutVars>
          <dgm:dir/>
          <dgm:resizeHandles val="exact"/>
        </dgm:presLayoutVars>
      </dgm:prSet>
      <dgm:spPr/>
    </dgm:pt>
    <dgm:pt modelId="{A4735463-4A61-4F64-9688-B443C497F8B9}" type="pres">
      <dgm:prSet presAssocID="{7E6BD2A2-17BF-412E-A96A-C9029C0FD4FE}" presName="compNode" presStyleCnt="0"/>
      <dgm:spPr/>
    </dgm:pt>
    <dgm:pt modelId="{A8099047-D7FE-434C-8321-8F23FA356C92}" type="pres">
      <dgm:prSet presAssocID="{7E6BD2A2-17BF-412E-A96A-C9029C0FD4F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06F7881-8051-493D-BEF0-7632EE2D1707}" type="pres">
      <dgm:prSet presAssocID="{7E6BD2A2-17BF-412E-A96A-C9029C0FD4F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B9C0BF9D-74F6-4D4E-B4C2-2A9234093207}" type="pres">
      <dgm:prSet presAssocID="{7E6BD2A2-17BF-412E-A96A-C9029C0FD4FE}" presName="spaceRect" presStyleCnt="0"/>
      <dgm:spPr/>
    </dgm:pt>
    <dgm:pt modelId="{538348B2-3E30-4026-98F3-69CE9C8D8B8F}" type="pres">
      <dgm:prSet presAssocID="{7E6BD2A2-17BF-412E-A96A-C9029C0FD4FE}" presName="textRect" presStyleLbl="revTx" presStyleIdx="0" presStyleCnt="4">
        <dgm:presLayoutVars>
          <dgm:chMax val="1"/>
          <dgm:chPref val="1"/>
        </dgm:presLayoutVars>
      </dgm:prSet>
      <dgm:spPr/>
    </dgm:pt>
    <dgm:pt modelId="{2CBC63B0-3797-46CC-AD39-B1E33B15D83D}" type="pres">
      <dgm:prSet presAssocID="{2D0F88F3-E9AC-450D-AF8C-385B0204E90D}" presName="sibTrans" presStyleCnt="0"/>
      <dgm:spPr/>
    </dgm:pt>
    <dgm:pt modelId="{147D6292-4506-4139-8806-AA9F7CCE43A1}" type="pres">
      <dgm:prSet presAssocID="{A06F6D29-F2EE-4782-A2C9-7E88632F44DD}" presName="compNode" presStyleCnt="0"/>
      <dgm:spPr/>
    </dgm:pt>
    <dgm:pt modelId="{9C4CCDA1-BFDC-425C-B592-1A664243DE80}" type="pres">
      <dgm:prSet presAssocID="{A06F6D29-F2EE-4782-A2C9-7E88632F44DD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84866D9-39D2-44E7-A2DC-81071451D1DB}" type="pres">
      <dgm:prSet presAssocID="{A06F6D29-F2EE-4782-A2C9-7E88632F44D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93CC9922-1B69-4A7D-A292-974DBADCB141}" type="pres">
      <dgm:prSet presAssocID="{A06F6D29-F2EE-4782-A2C9-7E88632F44DD}" presName="spaceRect" presStyleCnt="0"/>
      <dgm:spPr/>
    </dgm:pt>
    <dgm:pt modelId="{CBF16C00-889E-413E-91FB-2577DB3FB522}" type="pres">
      <dgm:prSet presAssocID="{A06F6D29-F2EE-4782-A2C9-7E88632F44DD}" presName="textRect" presStyleLbl="revTx" presStyleIdx="1" presStyleCnt="4">
        <dgm:presLayoutVars>
          <dgm:chMax val="1"/>
          <dgm:chPref val="1"/>
        </dgm:presLayoutVars>
      </dgm:prSet>
      <dgm:spPr/>
    </dgm:pt>
    <dgm:pt modelId="{49B26712-6D24-448A-8A62-F7609C116CA6}" type="pres">
      <dgm:prSet presAssocID="{6E8BB4E7-0129-4857-B2FD-6945FBC01CA5}" presName="sibTrans" presStyleCnt="0"/>
      <dgm:spPr/>
    </dgm:pt>
    <dgm:pt modelId="{FC13DFCA-8E4A-4C22-A40E-B30C503CC932}" type="pres">
      <dgm:prSet presAssocID="{818ACC34-BF13-4F50-94EA-C9DBEE6650C6}" presName="compNode" presStyleCnt="0"/>
      <dgm:spPr/>
    </dgm:pt>
    <dgm:pt modelId="{6DACE155-63BA-4745-AF2C-97A9E412E822}" type="pres">
      <dgm:prSet presAssocID="{818ACC34-BF13-4F50-94EA-C9DBEE6650C6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7EA5A78-11E9-4357-B0AF-726E42A40F94}" type="pres">
      <dgm:prSet presAssocID="{818ACC34-BF13-4F50-94EA-C9DBEE6650C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D54F0B9F-DCD8-43A0-A454-B238C1CE86DD}" type="pres">
      <dgm:prSet presAssocID="{818ACC34-BF13-4F50-94EA-C9DBEE6650C6}" presName="spaceRect" presStyleCnt="0"/>
      <dgm:spPr/>
    </dgm:pt>
    <dgm:pt modelId="{BF39B9A9-E18A-40BC-84E8-EEC7D43A7B5F}" type="pres">
      <dgm:prSet presAssocID="{818ACC34-BF13-4F50-94EA-C9DBEE6650C6}" presName="textRect" presStyleLbl="revTx" presStyleIdx="2" presStyleCnt="4">
        <dgm:presLayoutVars>
          <dgm:chMax val="1"/>
          <dgm:chPref val="1"/>
        </dgm:presLayoutVars>
      </dgm:prSet>
      <dgm:spPr/>
    </dgm:pt>
    <dgm:pt modelId="{5F67C647-4192-4B33-AED4-DC3BBFBF4234}" type="pres">
      <dgm:prSet presAssocID="{95516B9A-A777-4458-80BA-C22CBCC9042D}" presName="sibTrans" presStyleCnt="0"/>
      <dgm:spPr/>
    </dgm:pt>
    <dgm:pt modelId="{807046ED-3CFB-4AB0-8AA2-4D9F3633C725}" type="pres">
      <dgm:prSet presAssocID="{672E4C80-30E6-4A11-AA17-B6758A54A839}" presName="compNode" presStyleCnt="0"/>
      <dgm:spPr/>
    </dgm:pt>
    <dgm:pt modelId="{28E33FB6-852B-4BBE-8048-063F47198018}" type="pres">
      <dgm:prSet presAssocID="{672E4C80-30E6-4A11-AA17-B6758A54A839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D2EFFBE-22E4-4CBF-BF89-50AC46962353}" type="pres">
      <dgm:prSet presAssocID="{672E4C80-30E6-4A11-AA17-B6758A54A83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74E34C6-49D9-4612-A0FC-C086A39AA735}" type="pres">
      <dgm:prSet presAssocID="{672E4C80-30E6-4A11-AA17-B6758A54A839}" presName="spaceRect" presStyleCnt="0"/>
      <dgm:spPr/>
    </dgm:pt>
    <dgm:pt modelId="{0A536DD8-79C6-47FA-87DD-A21C87FEFD97}" type="pres">
      <dgm:prSet presAssocID="{672E4C80-30E6-4A11-AA17-B6758A54A83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BC4BF03-F02C-453E-97C5-B5D35E8CCCAB}" srcId="{1CF0B25B-12B0-4794-8E8A-BAEAB9EA0ED4}" destId="{672E4C80-30E6-4A11-AA17-B6758A54A839}" srcOrd="3" destOrd="0" parTransId="{E1E6601F-44E6-4ABC-9639-E0C367366B0B}" sibTransId="{1FE9BE1A-1AB5-4F60-A6D7-32E1FFA3F762}"/>
    <dgm:cxn modelId="{E8D42115-8493-4000-A237-B4C78A22A07B}" type="presOf" srcId="{A06F6D29-F2EE-4782-A2C9-7E88632F44DD}" destId="{CBF16C00-889E-413E-91FB-2577DB3FB522}" srcOrd="0" destOrd="0" presId="urn:microsoft.com/office/officeart/2018/5/layout/IconLeafLabelList"/>
    <dgm:cxn modelId="{8C7C8546-A283-4D30-ABC4-63E2AE0F63C1}" srcId="{1CF0B25B-12B0-4794-8E8A-BAEAB9EA0ED4}" destId="{7E6BD2A2-17BF-412E-A96A-C9029C0FD4FE}" srcOrd="0" destOrd="0" parTransId="{566AF40F-11A5-48FA-8EA0-2F935A475D59}" sibTransId="{2D0F88F3-E9AC-450D-AF8C-385B0204E90D}"/>
    <dgm:cxn modelId="{4FBB0147-85BB-493B-9C64-D214198BD6B7}" srcId="{1CF0B25B-12B0-4794-8E8A-BAEAB9EA0ED4}" destId="{A06F6D29-F2EE-4782-A2C9-7E88632F44DD}" srcOrd="1" destOrd="0" parTransId="{6F9FB78C-3143-477C-B08C-E892039EA95D}" sibTransId="{6E8BB4E7-0129-4857-B2FD-6945FBC01CA5}"/>
    <dgm:cxn modelId="{02E2D863-CEA5-4F16-8774-1BD79B68D832}" type="presOf" srcId="{818ACC34-BF13-4F50-94EA-C9DBEE6650C6}" destId="{BF39B9A9-E18A-40BC-84E8-EEC7D43A7B5F}" srcOrd="0" destOrd="0" presId="urn:microsoft.com/office/officeart/2018/5/layout/IconLeafLabelList"/>
    <dgm:cxn modelId="{F86BB566-0D43-456D-B0FB-95CA2E966DEB}" srcId="{1CF0B25B-12B0-4794-8E8A-BAEAB9EA0ED4}" destId="{818ACC34-BF13-4F50-94EA-C9DBEE6650C6}" srcOrd="2" destOrd="0" parTransId="{90296B1E-FB0B-4D0F-B5D0-C24E2E2712CA}" sibTransId="{95516B9A-A777-4458-80BA-C22CBCC9042D}"/>
    <dgm:cxn modelId="{42B4B468-2F58-485F-B3E0-8D801BE2EB77}" type="presOf" srcId="{1CF0B25B-12B0-4794-8E8A-BAEAB9EA0ED4}" destId="{93824AEA-7FFE-4098-B404-0AB4AAA45314}" srcOrd="0" destOrd="0" presId="urn:microsoft.com/office/officeart/2018/5/layout/IconLeafLabelList"/>
    <dgm:cxn modelId="{238FC2BC-459C-4880-960F-0D1CFE7C9C00}" type="presOf" srcId="{672E4C80-30E6-4A11-AA17-B6758A54A839}" destId="{0A536DD8-79C6-47FA-87DD-A21C87FEFD97}" srcOrd="0" destOrd="0" presId="urn:microsoft.com/office/officeart/2018/5/layout/IconLeafLabelList"/>
    <dgm:cxn modelId="{1C6C07D3-4034-4DB3-9F4F-3C2F8F7F7C14}" type="presOf" srcId="{7E6BD2A2-17BF-412E-A96A-C9029C0FD4FE}" destId="{538348B2-3E30-4026-98F3-69CE9C8D8B8F}" srcOrd="0" destOrd="0" presId="urn:microsoft.com/office/officeart/2018/5/layout/IconLeafLabelList"/>
    <dgm:cxn modelId="{8B9D62E1-FADF-4965-B603-8FB9532703E3}" type="presParOf" srcId="{93824AEA-7FFE-4098-B404-0AB4AAA45314}" destId="{A4735463-4A61-4F64-9688-B443C497F8B9}" srcOrd="0" destOrd="0" presId="urn:microsoft.com/office/officeart/2018/5/layout/IconLeafLabelList"/>
    <dgm:cxn modelId="{93FDC901-78D2-4448-BC1A-80FEDAD3D2B0}" type="presParOf" srcId="{A4735463-4A61-4F64-9688-B443C497F8B9}" destId="{A8099047-D7FE-434C-8321-8F23FA356C92}" srcOrd="0" destOrd="0" presId="urn:microsoft.com/office/officeart/2018/5/layout/IconLeafLabelList"/>
    <dgm:cxn modelId="{99871714-B56E-46D8-AE1E-72C9862F9DCC}" type="presParOf" srcId="{A4735463-4A61-4F64-9688-B443C497F8B9}" destId="{D06F7881-8051-493D-BEF0-7632EE2D1707}" srcOrd="1" destOrd="0" presId="urn:microsoft.com/office/officeart/2018/5/layout/IconLeafLabelList"/>
    <dgm:cxn modelId="{BC3D4B73-271C-4BCB-8340-9965EBC5EE1C}" type="presParOf" srcId="{A4735463-4A61-4F64-9688-B443C497F8B9}" destId="{B9C0BF9D-74F6-4D4E-B4C2-2A9234093207}" srcOrd="2" destOrd="0" presId="urn:microsoft.com/office/officeart/2018/5/layout/IconLeafLabelList"/>
    <dgm:cxn modelId="{5ED15981-E4A7-4805-8234-F466A18A7744}" type="presParOf" srcId="{A4735463-4A61-4F64-9688-B443C497F8B9}" destId="{538348B2-3E30-4026-98F3-69CE9C8D8B8F}" srcOrd="3" destOrd="0" presId="urn:microsoft.com/office/officeart/2018/5/layout/IconLeafLabelList"/>
    <dgm:cxn modelId="{46AE3DEF-C456-4968-9C87-37D2E58525E2}" type="presParOf" srcId="{93824AEA-7FFE-4098-B404-0AB4AAA45314}" destId="{2CBC63B0-3797-46CC-AD39-B1E33B15D83D}" srcOrd="1" destOrd="0" presId="urn:microsoft.com/office/officeart/2018/5/layout/IconLeafLabelList"/>
    <dgm:cxn modelId="{D0768242-F5EF-496C-8855-CBC31DF1D9F2}" type="presParOf" srcId="{93824AEA-7FFE-4098-B404-0AB4AAA45314}" destId="{147D6292-4506-4139-8806-AA9F7CCE43A1}" srcOrd="2" destOrd="0" presId="urn:microsoft.com/office/officeart/2018/5/layout/IconLeafLabelList"/>
    <dgm:cxn modelId="{D15BC69E-75E4-4CF3-B683-C99CE44AD01D}" type="presParOf" srcId="{147D6292-4506-4139-8806-AA9F7CCE43A1}" destId="{9C4CCDA1-BFDC-425C-B592-1A664243DE80}" srcOrd="0" destOrd="0" presId="urn:microsoft.com/office/officeart/2018/5/layout/IconLeafLabelList"/>
    <dgm:cxn modelId="{542740F6-D987-42F8-B966-AE9418B32CE2}" type="presParOf" srcId="{147D6292-4506-4139-8806-AA9F7CCE43A1}" destId="{184866D9-39D2-44E7-A2DC-81071451D1DB}" srcOrd="1" destOrd="0" presId="urn:microsoft.com/office/officeart/2018/5/layout/IconLeafLabelList"/>
    <dgm:cxn modelId="{6559FF3D-2C6B-4C6E-BA3E-5E9B4BB5DE84}" type="presParOf" srcId="{147D6292-4506-4139-8806-AA9F7CCE43A1}" destId="{93CC9922-1B69-4A7D-A292-974DBADCB141}" srcOrd="2" destOrd="0" presId="urn:microsoft.com/office/officeart/2018/5/layout/IconLeafLabelList"/>
    <dgm:cxn modelId="{4404F986-1ACD-483D-8A4E-B2B977041A31}" type="presParOf" srcId="{147D6292-4506-4139-8806-AA9F7CCE43A1}" destId="{CBF16C00-889E-413E-91FB-2577DB3FB522}" srcOrd="3" destOrd="0" presId="urn:microsoft.com/office/officeart/2018/5/layout/IconLeafLabelList"/>
    <dgm:cxn modelId="{23F95FCF-C3C0-418A-B19F-FD38DEE8963E}" type="presParOf" srcId="{93824AEA-7FFE-4098-B404-0AB4AAA45314}" destId="{49B26712-6D24-448A-8A62-F7609C116CA6}" srcOrd="3" destOrd="0" presId="urn:microsoft.com/office/officeart/2018/5/layout/IconLeafLabelList"/>
    <dgm:cxn modelId="{B43C6F45-92DA-421E-8E59-9AE5CA4529FA}" type="presParOf" srcId="{93824AEA-7FFE-4098-B404-0AB4AAA45314}" destId="{FC13DFCA-8E4A-4C22-A40E-B30C503CC932}" srcOrd="4" destOrd="0" presId="urn:microsoft.com/office/officeart/2018/5/layout/IconLeafLabelList"/>
    <dgm:cxn modelId="{E6C6D9FD-164B-4D91-BF34-601172170524}" type="presParOf" srcId="{FC13DFCA-8E4A-4C22-A40E-B30C503CC932}" destId="{6DACE155-63BA-4745-AF2C-97A9E412E822}" srcOrd="0" destOrd="0" presId="urn:microsoft.com/office/officeart/2018/5/layout/IconLeafLabelList"/>
    <dgm:cxn modelId="{07F42C27-633B-4FF2-9507-943B02CF7AFC}" type="presParOf" srcId="{FC13DFCA-8E4A-4C22-A40E-B30C503CC932}" destId="{67EA5A78-11E9-4357-B0AF-726E42A40F94}" srcOrd="1" destOrd="0" presId="urn:microsoft.com/office/officeart/2018/5/layout/IconLeafLabelList"/>
    <dgm:cxn modelId="{B68D3124-E5CF-4539-92D0-F85794D5FEDD}" type="presParOf" srcId="{FC13DFCA-8E4A-4C22-A40E-B30C503CC932}" destId="{D54F0B9F-DCD8-43A0-A454-B238C1CE86DD}" srcOrd="2" destOrd="0" presId="urn:microsoft.com/office/officeart/2018/5/layout/IconLeafLabelList"/>
    <dgm:cxn modelId="{9E0E7B2C-E814-4BA1-AEA9-94A2A3BA4363}" type="presParOf" srcId="{FC13DFCA-8E4A-4C22-A40E-B30C503CC932}" destId="{BF39B9A9-E18A-40BC-84E8-EEC7D43A7B5F}" srcOrd="3" destOrd="0" presId="urn:microsoft.com/office/officeart/2018/5/layout/IconLeafLabelList"/>
    <dgm:cxn modelId="{C6F44FFE-BCE4-42F0-A9C0-ABF89D202117}" type="presParOf" srcId="{93824AEA-7FFE-4098-B404-0AB4AAA45314}" destId="{5F67C647-4192-4B33-AED4-DC3BBFBF4234}" srcOrd="5" destOrd="0" presId="urn:microsoft.com/office/officeart/2018/5/layout/IconLeafLabelList"/>
    <dgm:cxn modelId="{B569ADB0-29DF-41F1-9CC8-2405CFC501A7}" type="presParOf" srcId="{93824AEA-7FFE-4098-B404-0AB4AAA45314}" destId="{807046ED-3CFB-4AB0-8AA2-4D9F3633C725}" srcOrd="6" destOrd="0" presId="urn:microsoft.com/office/officeart/2018/5/layout/IconLeafLabelList"/>
    <dgm:cxn modelId="{031F0962-7A9A-467F-A95C-B7D1160E5F6C}" type="presParOf" srcId="{807046ED-3CFB-4AB0-8AA2-4D9F3633C725}" destId="{28E33FB6-852B-4BBE-8048-063F47198018}" srcOrd="0" destOrd="0" presId="urn:microsoft.com/office/officeart/2018/5/layout/IconLeafLabelList"/>
    <dgm:cxn modelId="{17D4595F-B609-4D71-8B2A-1A11346B39C9}" type="presParOf" srcId="{807046ED-3CFB-4AB0-8AA2-4D9F3633C725}" destId="{2D2EFFBE-22E4-4CBF-BF89-50AC46962353}" srcOrd="1" destOrd="0" presId="urn:microsoft.com/office/officeart/2018/5/layout/IconLeafLabelList"/>
    <dgm:cxn modelId="{EAE5560F-D34C-4783-8FEE-983A20F7B831}" type="presParOf" srcId="{807046ED-3CFB-4AB0-8AA2-4D9F3633C725}" destId="{974E34C6-49D9-4612-A0FC-C086A39AA735}" srcOrd="2" destOrd="0" presId="urn:microsoft.com/office/officeart/2018/5/layout/IconLeafLabelList"/>
    <dgm:cxn modelId="{33B0E917-F368-43D1-8E5B-F86B9E62D285}" type="presParOf" srcId="{807046ED-3CFB-4AB0-8AA2-4D9F3633C725}" destId="{0A536DD8-79C6-47FA-87DD-A21C87FEFD9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F2DCDB6-32FC-4DD7-832C-70D5E596EA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FC96779-3847-4919-98EC-671E18D86375}">
      <dgm:prSet/>
      <dgm:spPr/>
      <dgm:t>
        <a:bodyPr/>
        <a:lstStyle/>
        <a:p>
          <a:r>
            <a:rPr lang="en-US" dirty="0"/>
            <a:t>Library, Book, Customer classes.</a:t>
          </a:r>
        </a:p>
      </dgm:t>
    </dgm:pt>
    <dgm:pt modelId="{9F382EF9-A16B-4E77-B7A9-37FC7E942BC6}" type="parTrans" cxnId="{31D963A6-3EF4-4E94-AAC0-77DD7C502316}">
      <dgm:prSet/>
      <dgm:spPr/>
      <dgm:t>
        <a:bodyPr/>
        <a:lstStyle/>
        <a:p>
          <a:endParaRPr lang="en-US"/>
        </a:p>
      </dgm:t>
    </dgm:pt>
    <dgm:pt modelId="{7263466D-216A-4BD9-B69D-838A566435AF}" type="sibTrans" cxnId="{31D963A6-3EF4-4E94-AAC0-77DD7C502316}">
      <dgm:prSet/>
      <dgm:spPr/>
      <dgm:t>
        <a:bodyPr/>
        <a:lstStyle/>
        <a:p>
          <a:endParaRPr lang="en-US"/>
        </a:p>
      </dgm:t>
    </dgm:pt>
    <dgm:pt modelId="{A70C4CCB-9589-4931-8F6A-0A17EE145646}">
      <dgm:prSet/>
      <dgm:spPr/>
      <dgm:t>
        <a:bodyPr/>
        <a:lstStyle/>
        <a:p>
          <a:r>
            <a:rPr lang="en-US" dirty="0"/>
            <a:t>Member borrows Book → association.</a:t>
          </a:r>
        </a:p>
      </dgm:t>
    </dgm:pt>
    <dgm:pt modelId="{8CEA64F4-B9EB-4086-B828-277ECE6FF8AF}" type="parTrans" cxnId="{F2502D74-3915-4078-A2F5-E5E601A32F40}">
      <dgm:prSet/>
      <dgm:spPr/>
      <dgm:t>
        <a:bodyPr/>
        <a:lstStyle/>
        <a:p>
          <a:endParaRPr lang="en-US"/>
        </a:p>
      </dgm:t>
    </dgm:pt>
    <dgm:pt modelId="{0990E20F-EAE9-4910-9C30-D6AF5E6C27CC}" type="sibTrans" cxnId="{F2502D74-3915-4078-A2F5-E5E601A32F40}">
      <dgm:prSet/>
      <dgm:spPr/>
      <dgm:t>
        <a:bodyPr/>
        <a:lstStyle/>
        <a:p>
          <a:endParaRPr lang="en-US"/>
        </a:p>
      </dgm:t>
    </dgm:pt>
    <dgm:pt modelId="{017BFD95-04A8-493E-B7D5-08688C52D320}">
      <dgm:prSet/>
      <dgm:spPr/>
      <dgm:t>
        <a:bodyPr/>
        <a:lstStyle/>
        <a:p>
          <a:r>
            <a:rPr lang="en-US"/>
            <a:t>Library contains Books → aggregation.</a:t>
          </a:r>
        </a:p>
      </dgm:t>
    </dgm:pt>
    <dgm:pt modelId="{63DB394F-4F69-4853-8F9B-69C724BA19A0}" type="parTrans" cxnId="{8FF5960F-A8F3-4F1D-B60A-85A90C26271E}">
      <dgm:prSet/>
      <dgm:spPr/>
      <dgm:t>
        <a:bodyPr/>
        <a:lstStyle/>
        <a:p>
          <a:endParaRPr lang="en-US"/>
        </a:p>
      </dgm:t>
    </dgm:pt>
    <dgm:pt modelId="{81F26B3B-852F-49C6-9C5A-8E5DBF5DE7D8}" type="sibTrans" cxnId="{8FF5960F-A8F3-4F1D-B60A-85A90C26271E}">
      <dgm:prSet/>
      <dgm:spPr/>
      <dgm:t>
        <a:bodyPr/>
        <a:lstStyle/>
        <a:p>
          <a:endParaRPr lang="en-US"/>
        </a:p>
      </dgm:t>
    </dgm:pt>
    <dgm:pt modelId="{C61B5A05-700B-46CB-B0DC-CF431D7CCDCE}" type="pres">
      <dgm:prSet presAssocID="{AF2DCDB6-32FC-4DD7-832C-70D5E596EA69}" presName="root" presStyleCnt="0">
        <dgm:presLayoutVars>
          <dgm:dir/>
          <dgm:resizeHandles val="exact"/>
        </dgm:presLayoutVars>
      </dgm:prSet>
      <dgm:spPr/>
    </dgm:pt>
    <dgm:pt modelId="{E41D7F45-F14A-428C-9644-45B221AB9EE4}" type="pres">
      <dgm:prSet presAssocID="{2FC96779-3847-4919-98EC-671E18D86375}" presName="compNode" presStyleCnt="0"/>
      <dgm:spPr/>
    </dgm:pt>
    <dgm:pt modelId="{B6C143A6-8024-476C-943B-6BB6F90CCF14}" type="pres">
      <dgm:prSet presAssocID="{2FC96779-3847-4919-98EC-671E18D86375}" presName="bgRect" presStyleLbl="bgShp" presStyleIdx="0" presStyleCnt="3"/>
      <dgm:spPr/>
    </dgm:pt>
    <dgm:pt modelId="{36C1F82E-CDB1-4E5F-8B8A-E09D7321020C}" type="pres">
      <dgm:prSet presAssocID="{2FC96779-3847-4919-98EC-671E18D8637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D29248A7-49A5-422A-9365-2E3ECA68094C}" type="pres">
      <dgm:prSet presAssocID="{2FC96779-3847-4919-98EC-671E18D86375}" presName="spaceRect" presStyleCnt="0"/>
      <dgm:spPr/>
    </dgm:pt>
    <dgm:pt modelId="{D99996BD-5B28-4F06-994E-884C835AEC61}" type="pres">
      <dgm:prSet presAssocID="{2FC96779-3847-4919-98EC-671E18D86375}" presName="parTx" presStyleLbl="revTx" presStyleIdx="0" presStyleCnt="3">
        <dgm:presLayoutVars>
          <dgm:chMax val="0"/>
          <dgm:chPref val="0"/>
        </dgm:presLayoutVars>
      </dgm:prSet>
      <dgm:spPr/>
    </dgm:pt>
    <dgm:pt modelId="{D9110E7D-2B9E-44D3-9207-E534CF8F6BA3}" type="pres">
      <dgm:prSet presAssocID="{7263466D-216A-4BD9-B69D-838A566435AF}" presName="sibTrans" presStyleCnt="0"/>
      <dgm:spPr/>
    </dgm:pt>
    <dgm:pt modelId="{B1ADD73F-231F-4718-B92A-837EF682B3FA}" type="pres">
      <dgm:prSet presAssocID="{A70C4CCB-9589-4931-8F6A-0A17EE145646}" presName="compNode" presStyleCnt="0"/>
      <dgm:spPr/>
    </dgm:pt>
    <dgm:pt modelId="{E82E1C3E-B658-44CA-BC9C-0C1C25D58BB8}" type="pres">
      <dgm:prSet presAssocID="{A70C4CCB-9589-4931-8F6A-0A17EE145646}" presName="bgRect" presStyleLbl="bgShp" presStyleIdx="1" presStyleCnt="3"/>
      <dgm:spPr/>
    </dgm:pt>
    <dgm:pt modelId="{423A819A-CB0A-438F-A27D-86D3FE818380}" type="pres">
      <dgm:prSet presAssocID="{A70C4CCB-9589-4931-8F6A-0A17EE14564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44F4528D-00CF-4A77-99C2-7A847A5C519F}" type="pres">
      <dgm:prSet presAssocID="{A70C4CCB-9589-4931-8F6A-0A17EE145646}" presName="spaceRect" presStyleCnt="0"/>
      <dgm:spPr/>
    </dgm:pt>
    <dgm:pt modelId="{BFFCCE65-697E-4B1B-8BB5-1BAE37571429}" type="pres">
      <dgm:prSet presAssocID="{A70C4CCB-9589-4931-8F6A-0A17EE145646}" presName="parTx" presStyleLbl="revTx" presStyleIdx="1" presStyleCnt="3">
        <dgm:presLayoutVars>
          <dgm:chMax val="0"/>
          <dgm:chPref val="0"/>
        </dgm:presLayoutVars>
      </dgm:prSet>
      <dgm:spPr/>
    </dgm:pt>
    <dgm:pt modelId="{30334D11-33F3-4794-BFE5-516A6EEA0EC7}" type="pres">
      <dgm:prSet presAssocID="{0990E20F-EAE9-4910-9C30-D6AF5E6C27CC}" presName="sibTrans" presStyleCnt="0"/>
      <dgm:spPr/>
    </dgm:pt>
    <dgm:pt modelId="{BF8A78C0-7CF1-4C69-8C73-784660B20FD1}" type="pres">
      <dgm:prSet presAssocID="{017BFD95-04A8-493E-B7D5-08688C52D320}" presName="compNode" presStyleCnt="0"/>
      <dgm:spPr/>
    </dgm:pt>
    <dgm:pt modelId="{D1081776-CC3F-4073-930C-C3743EB904E5}" type="pres">
      <dgm:prSet presAssocID="{017BFD95-04A8-493E-B7D5-08688C52D320}" presName="bgRect" presStyleLbl="bgShp" presStyleIdx="2" presStyleCnt="3"/>
      <dgm:spPr/>
    </dgm:pt>
    <dgm:pt modelId="{FD20785B-E432-4C14-8FD4-7515DADA3FB0}" type="pres">
      <dgm:prSet presAssocID="{017BFD95-04A8-493E-B7D5-08688C52D32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A59F5CD9-819A-4BD4-825E-8B63ACEC7314}" type="pres">
      <dgm:prSet presAssocID="{017BFD95-04A8-493E-B7D5-08688C52D320}" presName="spaceRect" presStyleCnt="0"/>
      <dgm:spPr/>
    </dgm:pt>
    <dgm:pt modelId="{929FE212-E7A5-49C8-922B-B7A59BA581D6}" type="pres">
      <dgm:prSet presAssocID="{017BFD95-04A8-493E-B7D5-08688C52D32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FF5960F-A8F3-4F1D-B60A-85A90C26271E}" srcId="{AF2DCDB6-32FC-4DD7-832C-70D5E596EA69}" destId="{017BFD95-04A8-493E-B7D5-08688C52D320}" srcOrd="2" destOrd="0" parTransId="{63DB394F-4F69-4853-8F9B-69C724BA19A0}" sibTransId="{81F26B3B-852F-49C6-9C5A-8E5DBF5DE7D8}"/>
    <dgm:cxn modelId="{094A8A22-6D16-4004-9C99-CA8620FA9144}" type="presOf" srcId="{A70C4CCB-9589-4931-8F6A-0A17EE145646}" destId="{BFFCCE65-697E-4B1B-8BB5-1BAE37571429}" srcOrd="0" destOrd="0" presId="urn:microsoft.com/office/officeart/2018/2/layout/IconVerticalSolidList"/>
    <dgm:cxn modelId="{FD232659-4D32-48D4-818A-BEF124AE2249}" type="presOf" srcId="{AF2DCDB6-32FC-4DD7-832C-70D5E596EA69}" destId="{C61B5A05-700B-46CB-B0DC-CF431D7CCDCE}" srcOrd="0" destOrd="0" presId="urn:microsoft.com/office/officeart/2018/2/layout/IconVerticalSolidList"/>
    <dgm:cxn modelId="{F2502D74-3915-4078-A2F5-E5E601A32F40}" srcId="{AF2DCDB6-32FC-4DD7-832C-70D5E596EA69}" destId="{A70C4CCB-9589-4931-8F6A-0A17EE145646}" srcOrd="1" destOrd="0" parTransId="{8CEA64F4-B9EB-4086-B828-277ECE6FF8AF}" sibTransId="{0990E20F-EAE9-4910-9C30-D6AF5E6C27CC}"/>
    <dgm:cxn modelId="{1BA73475-2C5F-4047-9E05-BD094C0CCEB3}" type="presOf" srcId="{2FC96779-3847-4919-98EC-671E18D86375}" destId="{D99996BD-5B28-4F06-994E-884C835AEC61}" srcOrd="0" destOrd="0" presId="urn:microsoft.com/office/officeart/2018/2/layout/IconVerticalSolidList"/>
    <dgm:cxn modelId="{28B13BA3-A7BA-4E20-A5DE-CBE02C7E0715}" type="presOf" srcId="{017BFD95-04A8-493E-B7D5-08688C52D320}" destId="{929FE212-E7A5-49C8-922B-B7A59BA581D6}" srcOrd="0" destOrd="0" presId="urn:microsoft.com/office/officeart/2018/2/layout/IconVerticalSolidList"/>
    <dgm:cxn modelId="{31D963A6-3EF4-4E94-AAC0-77DD7C502316}" srcId="{AF2DCDB6-32FC-4DD7-832C-70D5E596EA69}" destId="{2FC96779-3847-4919-98EC-671E18D86375}" srcOrd="0" destOrd="0" parTransId="{9F382EF9-A16B-4E77-B7A9-37FC7E942BC6}" sibTransId="{7263466D-216A-4BD9-B69D-838A566435AF}"/>
    <dgm:cxn modelId="{650E349E-ABCB-4EEB-983B-FF819AF2674C}" type="presParOf" srcId="{C61B5A05-700B-46CB-B0DC-CF431D7CCDCE}" destId="{E41D7F45-F14A-428C-9644-45B221AB9EE4}" srcOrd="0" destOrd="0" presId="urn:microsoft.com/office/officeart/2018/2/layout/IconVerticalSolidList"/>
    <dgm:cxn modelId="{5139CC80-A0EB-43CC-A2B0-81A4F7CF8675}" type="presParOf" srcId="{E41D7F45-F14A-428C-9644-45B221AB9EE4}" destId="{B6C143A6-8024-476C-943B-6BB6F90CCF14}" srcOrd="0" destOrd="0" presId="urn:microsoft.com/office/officeart/2018/2/layout/IconVerticalSolidList"/>
    <dgm:cxn modelId="{903AC50D-A046-4CE6-AF78-151A744039FF}" type="presParOf" srcId="{E41D7F45-F14A-428C-9644-45B221AB9EE4}" destId="{36C1F82E-CDB1-4E5F-8B8A-E09D7321020C}" srcOrd="1" destOrd="0" presId="urn:microsoft.com/office/officeart/2018/2/layout/IconVerticalSolidList"/>
    <dgm:cxn modelId="{C206B2A1-6D7E-43BC-89F9-6B45AD578BA8}" type="presParOf" srcId="{E41D7F45-F14A-428C-9644-45B221AB9EE4}" destId="{D29248A7-49A5-422A-9365-2E3ECA68094C}" srcOrd="2" destOrd="0" presId="urn:microsoft.com/office/officeart/2018/2/layout/IconVerticalSolidList"/>
    <dgm:cxn modelId="{C09F84DF-E030-477F-8C7C-6E4F8A2F2A55}" type="presParOf" srcId="{E41D7F45-F14A-428C-9644-45B221AB9EE4}" destId="{D99996BD-5B28-4F06-994E-884C835AEC61}" srcOrd="3" destOrd="0" presId="urn:microsoft.com/office/officeart/2018/2/layout/IconVerticalSolidList"/>
    <dgm:cxn modelId="{D5403FC2-A7D3-451F-9856-44148B1801D5}" type="presParOf" srcId="{C61B5A05-700B-46CB-B0DC-CF431D7CCDCE}" destId="{D9110E7D-2B9E-44D3-9207-E534CF8F6BA3}" srcOrd="1" destOrd="0" presId="urn:microsoft.com/office/officeart/2018/2/layout/IconVerticalSolidList"/>
    <dgm:cxn modelId="{F61EEA00-418D-4424-9542-CA56CEBBBDFE}" type="presParOf" srcId="{C61B5A05-700B-46CB-B0DC-CF431D7CCDCE}" destId="{B1ADD73F-231F-4718-B92A-837EF682B3FA}" srcOrd="2" destOrd="0" presId="urn:microsoft.com/office/officeart/2018/2/layout/IconVerticalSolidList"/>
    <dgm:cxn modelId="{574FC53A-524B-4F55-AF46-12639C018EAA}" type="presParOf" srcId="{B1ADD73F-231F-4718-B92A-837EF682B3FA}" destId="{E82E1C3E-B658-44CA-BC9C-0C1C25D58BB8}" srcOrd="0" destOrd="0" presId="urn:microsoft.com/office/officeart/2018/2/layout/IconVerticalSolidList"/>
    <dgm:cxn modelId="{46F9AF8D-C043-494B-AAFC-A91A8E8E8D5C}" type="presParOf" srcId="{B1ADD73F-231F-4718-B92A-837EF682B3FA}" destId="{423A819A-CB0A-438F-A27D-86D3FE818380}" srcOrd="1" destOrd="0" presId="urn:microsoft.com/office/officeart/2018/2/layout/IconVerticalSolidList"/>
    <dgm:cxn modelId="{4EECA8EB-2ECF-4130-9B2E-0C379E4D4891}" type="presParOf" srcId="{B1ADD73F-231F-4718-B92A-837EF682B3FA}" destId="{44F4528D-00CF-4A77-99C2-7A847A5C519F}" srcOrd="2" destOrd="0" presId="urn:microsoft.com/office/officeart/2018/2/layout/IconVerticalSolidList"/>
    <dgm:cxn modelId="{56AFC87D-E013-4957-BE2E-5D739FDE5530}" type="presParOf" srcId="{B1ADD73F-231F-4718-B92A-837EF682B3FA}" destId="{BFFCCE65-697E-4B1B-8BB5-1BAE37571429}" srcOrd="3" destOrd="0" presId="urn:microsoft.com/office/officeart/2018/2/layout/IconVerticalSolidList"/>
    <dgm:cxn modelId="{E2CCF385-240C-4E44-8D34-467080B8EB48}" type="presParOf" srcId="{C61B5A05-700B-46CB-B0DC-CF431D7CCDCE}" destId="{30334D11-33F3-4794-BFE5-516A6EEA0EC7}" srcOrd="3" destOrd="0" presId="urn:microsoft.com/office/officeart/2018/2/layout/IconVerticalSolidList"/>
    <dgm:cxn modelId="{24C7301A-4730-43A6-AB6F-0C1F5211EFC0}" type="presParOf" srcId="{C61B5A05-700B-46CB-B0DC-CF431D7CCDCE}" destId="{BF8A78C0-7CF1-4C69-8C73-784660B20FD1}" srcOrd="4" destOrd="0" presId="urn:microsoft.com/office/officeart/2018/2/layout/IconVerticalSolidList"/>
    <dgm:cxn modelId="{0ACA26F6-74F7-457E-8C8A-CF7D7D7FA39D}" type="presParOf" srcId="{BF8A78C0-7CF1-4C69-8C73-784660B20FD1}" destId="{D1081776-CC3F-4073-930C-C3743EB904E5}" srcOrd="0" destOrd="0" presId="urn:microsoft.com/office/officeart/2018/2/layout/IconVerticalSolidList"/>
    <dgm:cxn modelId="{395BA5D3-985B-47A1-AD04-A19E43BC971C}" type="presParOf" srcId="{BF8A78C0-7CF1-4C69-8C73-784660B20FD1}" destId="{FD20785B-E432-4C14-8FD4-7515DADA3FB0}" srcOrd="1" destOrd="0" presId="urn:microsoft.com/office/officeart/2018/2/layout/IconVerticalSolidList"/>
    <dgm:cxn modelId="{2D3B019A-6973-4572-8EC0-E9C7E7ED8E41}" type="presParOf" srcId="{BF8A78C0-7CF1-4C69-8C73-784660B20FD1}" destId="{A59F5CD9-819A-4BD4-825E-8B63ACEC7314}" srcOrd="2" destOrd="0" presId="urn:microsoft.com/office/officeart/2018/2/layout/IconVerticalSolidList"/>
    <dgm:cxn modelId="{801353D8-C7B2-4F71-988B-AC55922833A8}" type="presParOf" srcId="{BF8A78C0-7CF1-4C69-8C73-784660B20FD1}" destId="{929FE212-E7A5-49C8-922B-B7A59BA581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D64490D-72FF-4DF3-A489-E00DB4C6809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C5E31EF-BB30-4807-8BAD-663E7F4E134F}">
      <dgm:prSet/>
      <dgm:spPr/>
      <dgm:t>
        <a:bodyPr/>
        <a:lstStyle/>
        <a:p>
          <a:pPr>
            <a:defRPr cap="all"/>
          </a:pPr>
          <a:r>
            <a:rPr lang="en-US" dirty="0"/>
            <a:t>Behavioral diagrams show how systems act and react.</a:t>
          </a:r>
        </a:p>
      </dgm:t>
    </dgm:pt>
    <dgm:pt modelId="{79E9D6F8-C0BC-42C6-A33D-21E80E07C0E2}" type="parTrans" cxnId="{68C90992-E2B8-48F8-B008-32213277C183}">
      <dgm:prSet/>
      <dgm:spPr/>
      <dgm:t>
        <a:bodyPr/>
        <a:lstStyle/>
        <a:p>
          <a:endParaRPr lang="en-US"/>
        </a:p>
      </dgm:t>
    </dgm:pt>
    <dgm:pt modelId="{28587E56-DA09-405B-8C6A-A658A2AA7EC4}" type="sibTrans" cxnId="{68C90992-E2B8-48F8-B008-32213277C183}">
      <dgm:prSet/>
      <dgm:spPr/>
      <dgm:t>
        <a:bodyPr/>
        <a:lstStyle/>
        <a:p>
          <a:endParaRPr lang="en-US"/>
        </a:p>
      </dgm:t>
    </dgm:pt>
    <dgm:pt modelId="{7E451799-9FC0-49BC-B2EF-F04907E2E8E2}">
      <dgm:prSet/>
      <dgm:spPr/>
      <dgm:t>
        <a:bodyPr/>
        <a:lstStyle/>
        <a:p>
          <a:pPr>
            <a:defRPr cap="all"/>
          </a:pPr>
          <a:r>
            <a:rPr lang="en-US"/>
            <a:t>Types: Use Case, Activity, Sequence Diagrams.</a:t>
          </a:r>
        </a:p>
      </dgm:t>
    </dgm:pt>
    <dgm:pt modelId="{EB1C9719-FFD1-4809-8859-11D756AE2658}" type="parTrans" cxnId="{0B851AA8-6B30-4CBA-9504-229C409AF47A}">
      <dgm:prSet/>
      <dgm:spPr/>
      <dgm:t>
        <a:bodyPr/>
        <a:lstStyle/>
        <a:p>
          <a:endParaRPr lang="en-US"/>
        </a:p>
      </dgm:t>
    </dgm:pt>
    <dgm:pt modelId="{66194F45-C3A4-44A9-B9E7-F6375CDC9A19}" type="sibTrans" cxnId="{0B851AA8-6B30-4CBA-9504-229C409AF47A}">
      <dgm:prSet/>
      <dgm:spPr/>
      <dgm:t>
        <a:bodyPr/>
        <a:lstStyle/>
        <a:p>
          <a:endParaRPr lang="en-US"/>
        </a:p>
      </dgm:t>
    </dgm:pt>
    <dgm:pt modelId="{327C06E5-6AD8-4656-9356-C91C60FF4396}">
      <dgm:prSet/>
      <dgm:spPr/>
      <dgm:t>
        <a:bodyPr/>
        <a:lstStyle/>
        <a:p>
          <a:pPr>
            <a:defRPr cap="all"/>
          </a:pPr>
          <a:r>
            <a:rPr lang="en-US"/>
            <a:t>Capture interactions and workflows effectively.</a:t>
          </a:r>
        </a:p>
      </dgm:t>
    </dgm:pt>
    <dgm:pt modelId="{6A603CA7-98E0-49B9-9BB7-0D39FE585001}" type="parTrans" cxnId="{3DD9F8A5-2EB4-427C-8907-9623D0E6C3B7}">
      <dgm:prSet/>
      <dgm:spPr/>
      <dgm:t>
        <a:bodyPr/>
        <a:lstStyle/>
        <a:p>
          <a:endParaRPr lang="en-US"/>
        </a:p>
      </dgm:t>
    </dgm:pt>
    <dgm:pt modelId="{BC585EEE-CAC0-4E1F-BA0C-303C7E479040}" type="sibTrans" cxnId="{3DD9F8A5-2EB4-427C-8907-9623D0E6C3B7}">
      <dgm:prSet/>
      <dgm:spPr/>
      <dgm:t>
        <a:bodyPr/>
        <a:lstStyle/>
        <a:p>
          <a:endParaRPr lang="en-US"/>
        </a:p>
      </dgm:t>
    </dgm:pt>
    <dgm:pt modelId="{7198FC99-AA42-44AB-8E74-F5025902BFE4}" type="pres">
      <dgm:prSet presAssocID="{0D64490D-72FF-4DF3-A489-E00DB4C6809D}" presName="root" presStyleCnt="0">
        <dgm:presLayoutVars>
          <dgm:dir/>
          <dgm:resizeHandles val="exact"/>
        </dgm:presLayoutVars>
      </dgm:prSet>
      <dgm:spPr/>
    </dgm:pt>
    <dgm:pt modelId="{E0B0D885-A8BE-49C1-B85F-464231A67724}" type="pres">
      <dgm:prSet presAssocID="{BC5E31EF-BB30-4807-8BAD-663E7F4E134F}" presName="compNode" presStyleCnt="0"/>
      <dgm:spPr/>
    </dgm:pt>
    <dgm:pt modelId="{F4B82190-AFB2-466D-B655-BA069D015439}" type="pres">
      <dgm:prSet presAssocID="{BC5E31EF-BB30-4807-8BAD-663E7F4E134F}" presName="iconBgRect" presStyleLbl="bgShp" presStyleIdx="0" presStyleCnt="3"/>
      <dgm:spPr/>
    </dgm:pt>
    <dgm:pt modelId="{EC1DA7FA-0CCE-4D24-924E-16024AE7287C}" type="pres">
      <dgm:prSet presAssocID="{BC5E31EF-BB30-4807-8BAD-663E7F4E134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88DF6AF6-C2B1-49C4-9BAE-40064475FA0E}" type="pres">
      <dgm:prSet presAssocID="{BC5E31EF-BB30-4807-8BAD-663E7F4E134F}" presName="spaceRect" presStyleCnt="0"/>
      <dgm:spPr/>
    </dgm:pt>
    <dgm:pt modelId="{3A1C0C17-C231-41F2-89F7-074C50BA29E2}" type="pres">
      <dgm:prSet presAssocID="{BC5E31EF-BB30-4807-8BAD-663E7F4E134F}" presName="textRect" presStyleLbl="revTx" presStyleIdx="0" presStyleCnt="3">
        <dgm:presLayoutVars>
          <dgm:chMax val="1"/>
          <dgm:chPref val="1"/>
        </dgm:presLayoutVars>
      </dgm:prSet>
      <dgm:spPr/>
    </dgm:pt>
    <dgm:pt modelId="{E5B91220-814F-4B01-9F1C-54519ECB6096}" type="pres">
      <dgm:prSet presAssocID="{28587E56-DA09-405B-8C6A-A658A2AA7EC4}" presName="sibTrans" presStyleCnt="0"/>
      <dgm:spPr/>
    </dgm:pt>
    <dgm:pt modelId="{CCDB87E2-4ACB-4E85-8751-9FC072E3A34C}" type="pres">
      <dgm:prSet presAssocID="{7E451799-9FC0-49BC-B2EF-F04907E2E8E2}" presName="compNode" presStyleCnt="0"/>
      <dgm:spPr/>
    </dgm:pt>
    <dgm:pt modelId="{B6DD88EF-6F87-48E7-88F2-28C323DACEFB}" type="pres">
      <dgm:prSet presAssocID="{7E451799-9FC0-49BC-B2EF-F04907E2E8E2}" presName="iconBgRect" presStyleLbl="bgShp" presStyleIdx="1" presStyleCnt="3"/>
      <dgm:spPr/>
    </dgm:pt>
    <dgm:pt modelId="{430F0500-BCB4-4712-8B8E-30C5B3893F95}" type="pres">
      <dgm:prSet presAssocID="{7E451799-9FC0-49BC-B2EF-F04907E2E8E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EEA897D3-FEB8-4918-9FB7-A876B48EB4BF}" type="pres">
      <dgm:prSet presAssocID="{7E451799-9FC0-49BC-B2EF-F04907E2E8E2}" presName="spaceRect" presStyleCnt="0"/>
      <dgm:spPr/>
    </dgm:pt>
    <dgm:pt modelId="{9320E534-6ECB-40F7-9F6E-66E1117681DD}" type="pres">
      <dgm:prSet presAssocID="{7E451799-9FC0-49BC-B2EF-F04907E2E8E2}" presName="textRect" presStyleLbl="revTx" presStyleIdx="1" presStyleCnt="3">
        <dgm:presLayoutVars>
          <dgm:chMax val="1"/>
          <dgm:chPref val="1"/>
        </dgm:presLayoutVars>
      </dgm:prSet>
      <dgm:spPr/>
    </dgm:pt>
    <dgm:pt modelId="{B824A928-01DC-4D2D-89A4-A059331A840C}" type="pres">
      <dgm:prSet presAssocID="{66194F45-C3A4-44A9-B9E7-F6375CDC9A19}" presName="sibTrans" presStyleCnt="0"/>
      <dgm:spPr/>
    </dgm:pt>
    <dgm:pt modelId="{D1A22742-B9FD-4CB1-BD07-B88FDA44721E}" type="pres">
      <dgm:prSet presAssocID="{327C06E5-6AD8-4656-9356-C91C60FF4396}" presName="compNode" presStyleCnt="0"/>
      <dgm:spPr/>
    </dgm:pt>
    <dgm:pt modelId="{29F54C00-6F9A-417D-9421-6F0AD667C615}" type="pres">
      <dgm:prSet presAssocID="{327C06E5-6AD8-4656-9356-C91C60FF4396}" presName="iconBgRect" presStyleLbl="bgShp" presStyleIdx="2" presStyleCnt="3"/>
      <dgm:spPr/>
    </dgm:pt>
    <dgm:pt modelId="{627C2C4D-F561-4711-B676-A166716E32A6}" type="pres">
      <dgm:prSet presAssocID="{327C06E5-6AD8-4656-9356-C91C60FF43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885791AC-F262-4926-BB75-8902AE0ED745}" type="pres">
      <dgm:prSet presAssocID="{327C06E5-6AD8-4656-9356-C91C60FF4396}" presName="spaceRect" presStyleCnt="0"/>
      <dgm:spPr/>
    </dgm:pt>
    <dgm:pt modelId="{AD126717-AD86-436A-B163-BB007E6DC992}" type="pres">
      <dgm:prSet presAssocID="{327C06E5-6AD8-4656-9356-C91C60FF43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D7BCC06-4894-42E1-9611-A627CF46E850}" type="presOf" srcId="{7E451799-9FC0-49BC-B2EF-F04907E2E8E2}" destId="{9320E534-6ECB-40F7-9F6E-66E1117681DD}" srcOrd="0" destOrd="0" presId="urn:microsoft.com/office/officeart/2018/5/layout/IconCircleLabelList"/>
    <dgm:cxn modelId="{8E39F358-7984-4D6E-AFF6-B1FA070E8E9A}" type="presOf" srcId="{0D64490D-72FF-4DF3-A489-E00DB4C6809D}" destId="{7198FC99-AA42-44AB-8E74-F5025902BFE4}" srcOrd="0" destOrd="0" presId="urn:microsoft.com/office/officeart/2018/5/layout/IconCircleLabelList"/>
    <dgm:cxn modelId="{08B6B982-446E-49CB-863A-C8B1F5093150}" type="presOf" srcId="{327C06E5-6AD8-4656-9356-C91C60FF4396}" destId="{AD126717-AD86-436A-B163-BB007E6DC992}" srcOrd="0" destOrd="0" presId="urn:microsoft.com/office/officeart/2018/5/layout/IconCircleLabelList"/>
    <dgm:cxn modelId="{68C90992-E2B8-48F8-B008-32213277C183}" srcId="{0D64490D-72FF-4DF3-A489-E00DB4C6809D}" destId="{BC5E31EF-BB30-4807-8BAD-663E7F4E134F}" srcOrd="0" destOrd="0" parTransId="{79E9D6F8-C0BC-42C6-A33D-21E80E07C0E2}" sibTransId="{28587E56-DA09-405B-8C6A-A658A2AA7EC4}"/>
    <dgm:cxn modelId="{3DD9F8A5-2EB4-427C-8907-9623D0E6C3B7}" srcId="{0D64490D-72FF-4DF3-A489-E00DB4C6809D}" destId="{327C06E5-6AD8-4656-9356-C91C60FF4396}" srcOrd="2" destOrd="0" parTransId="{6A603CA7-98E0-49B9-9BB7-0D39FE585001}" sibTransId="{BC585EEE-CAC0-4E1F-BA0C-303C7E479040}"/>
    <dgm:cxn modelId="{0B851AA8-6B30-4CBA-9504-229C409AF47A}" srcId="{0D64490D-72FF-4DF3-A489-E00DB4C6809D}" destId="{7E451799-9FC0-49BC-B2EF-F04907E2E8E2}" srcOrd="1" destOrd="0" parTransId="{EB1C9719-FFD1-4809-8859-11D756AE2658}" sibTransId="{66194F45-C3A4-44A9-B9E7-F6375CDC9A19}"/>
    <dgm:cxn modelId="{15C846DE-830E-466B-8ABF-B81780F234EA}" type="presOf" srcId="{BC5E31EF-BB30-4807-8BAD-663E7F4E134F}" destId="{3A1C0C17-C231-41F2-89F7-074C50BA29E2}" srcOrd="0" destOrd="0" presId="urn:microsoft.com/office/officeart/2018/5/layout/IconCircleLabelList"/>
    <dgm:cxn modelId="{5A8BC85D-509B-4812-BC00-7526DB67D228}" type="presParOf" srcId="{7198FC99-AA42-44AB-8E74-F5025902BFE4}" destId="{E0B0D885-A8BE-49C1-B85F-464231A67724}" srcOrd="0" destOrd="0" presId="urn:microsoft.com/office/officeart/2018/5/layout/IconCircleLabelList"/>
    <dgm:cxn modelId="{B0565977-D645-46E4-A5CA-DD00BEAA6FF3}" type="presParOf" srcId="{E0B0D885-A8BE-49C1-B85F-464231A67724}" destId="{F4B82190-AFB2-466D-B655-BA069D015439}" srcOrd="0" destOrd="0" presId="urn:microsoft.com/office/officeart/2018/5/layout/IconCircleLabelList"/>
    <dgm:cxn modelId="{5DFA2D52-9877-432F-9A81-BB9F1FA2E5CB}" type="presParOf" srcId="{E0B0D885-A8BE-49C1-B85F-464231A67724}" destId="{EC1DA7FA-0CCE-4D24-924E-16024AE7287C}" srcOrd="1" destOrd="0" presId="urn:microsoft.com/office/officeart/2018/5/layout/IconCircleLabelList"/>
    <dgm:cxn modelId="{9A224F17-2E61-4081-B359-3B7FBF9ECDBB}" type="presParOf" srcId="{E0B0D885-A8BE-49C1-B85F-464231A67724}" destId="{88DF6AF6-C2B1-49C4-9BAE-40064475FA0E}" srcOrd="2" destOrd="0" presId="urn:microsoft.com/office/officeart/2018/5/layout/IconCircleLabelList"/>
    <dgm:cxn modelId="{3560F4EE-50D3-4210-92A8-FF08E3609FC2}" type="presParOf" srcId="{E0B0D885-A8BE-49C1-B85F-464231A67724}" destId="{3A1C0C17-C231-41F2-89F7-074C50BA29E2}" srcOrd="3" destOrd="0" presId="urn:microsoft.com/office/officeart/2018/5/layout/IconCircleLabelList"/>
    <dgm:cxn modelId="{69CFA2F7-3EC1-4693-B1EC-D1369D4DBABF}" type="presParOf" srcId="{7198FC99-AA42-44AB-8E74-F5025902BFE4}" destId="{E5B91220-814F-4B01-9F1C-54519ECB6096}" srcOrd="1" destOrd="0" presId="urn:microsoft.com/office/officeart/2018/5/layout/IconCircleLabelList"/>
    <dgm:cxn modelId="{B2B55B52-C1A6-4207-A996-8F653FB7570A}" type="presParOf" srcId="{7198FC99-AA42-44AB-8E74-F5025902BFE4}" destId="{CCDB87E2-4ACB-4E85-8751-9FC072E3A34C}" srcOrd="2" destOrd="0" presId="urn:microsoft.com/office/officeart/2018/5/layout/IconCircleLabelList"/>
    <dgm:cxn modelId="{9DBCE0BE-FF2E-4479-B2F7-F4C6DC83CC36}" type="presParOf" srcId="{CCDB87E2-4ACB-4E85-8751-9FC072E3A34C}" destId="{B6DD88EF-6F87-48E7-88F2-28C323DACEFB}" srcOrd="0" destOrd="0" presId="urn:microsoft.com/office/officeart/2018/5/layout/IconCircleLabelList"/>
    <dgm:cxn modelId="{D4458F29-DE25-4BD5-B1D6-E5100A9F5E79}" type="presParOf" srcId="{CCDB87E2-4ACB-4E85-8751-9FC072E3A34C}" destId="{430F0500-BCB4-4712-8B8E-30C5B3893F95}" srcOrd="1" destOrd="0" presId="urn:microsoft.com/office/officeart/2018/5/layout/IconCircleLabelList"/>
    <dgm:cxn modelId="{098199C3-2128-4A38-8420-224E3D219326}" type="presParOf" srcId="{CCDB87E2-4ACB-4E85-8751-9FC072E3A34C}" destId="{EEA897D3-FEB8-4918-9FB7-A876B48EB4BF}" srcOrd="2" destOrd="0" presId="urn:microsoft.com/office/officeart/2018/5/layout/IconCircleLabelList"/>
    <dgm:cxn modelId="{7245BE07-7026-48C6-B20A-5AF850FE17BB}" type="presParOf" srcId="{CCDB87E2-4ACB-4E85-8751-9FC072E3A34C}" destId="{9320E534-6ECB-40F7-9F6E-66E1117681DD}" srcOrd="3" destOrd="0" presId="urn:microsoft.com/office/officeart/2018/5/layout/IconCircleLabelList"/>
    <dgm:cxn modelId="{CA9BA421-498C-4345-B8EC-D9FA05E530E1}" type="presParOf" srcId="{7198FC99-AA42-44AB-8E74-F5025902BFE4}" destId="{B824A928-01DC-4D2D-89A4-A059331A840C}" srcOrd="3" destOrd="0" presId="urn:microsoft.com/office/officeart/2018/5/layout/IconCircleLabelList"/>
    <dgm:cxn modelId="{FED15A27-5D5F-4DD0-B2DF-A51718FF2E2A}" type="presParOf" srcId="{7198FC99-AA42-44AB-8E74-F5025902BFE4}" destId="{D1A22742-B9FD-4CB1-BD07-B88FDA44721E}" srcOrd="4" destOrd="0" presId="urn:microsoft.com/office/officeart/2018/5/layout/IconCircleLabelList"/>
    <dgm:cxn modelId="{C97F8489-C54F-481C-A8BF-A8600FC305DD}" type="presParOf" srcId="{D1A22742-B9FD-4CB1-BD07-B88FDA44721E}" destId="{29F54C00-6F9A-417D-9421-6F0AD667C615}" srcOrd="0" destOrd="0" presId="urn:microsoft.com/office/officeart/2018/5/layout/IconCircleLabelList"/>
    <dgm:cxn modelId="{4870CCF2-ACC9-469B-AD64-240AAAA02895}" type="presParOf" srcId="{D1A22742-B9FD-4CB1-BD07-B88FDA44721E}" destId="{627C2C4D-F561-4711-B676-A166716E32A6}" srcOrd="1" destOrd="0" presId="urn:microsoft.com/office/officeart/2018/5/layout/IconCircleLabelList"/>
    <dgm:cxn modelId="{4EB5FF16-F929-4278-860B-E7A7F6D9E167}" type="presParOf" srcId="{D1A22742-B9FD-4CB1-BD07-B88FDA44721E}" destId="{885791AC-F262-4926-BB75-8902AE0ED745}" srcOrd="2" destOrd="0" presId="urn:microsoft.com/office/officeart/2018/5/layout/IconCircleLabelList"/>
    <dgm:cxn modelId="{44E06A9C-1803-4B61-BDDD-198CE55EC03B}" type="presParOf" srcId="{D1A22742-B9FD-4CB1-BD07-B88FDA44721E}" destId="{AD126717-AD86-436A-B163-BB007E6DC99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3F8F3FB-AE55-4C57-A98D-A4043360720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9E6F6FB-BC4E-4FEB-AD2B-A3A3CEB94623}">
      <dgm:prSet/>
      <dgm:spPr/>
      <dgm:t>
        <a:bodyPr/>
        <a:lstStyle/>
        <a:p>
          <a:r>
            <a:rPr lang="en-US"/>
            <a:t>Actors: Member, Librarian.</a:t>
          </a:r>
        </a:p>
      </dgm:t>
    </dgm:pt>
    <dgm:pt modelId="{0031DA95-C45C-4A2D-902F-67A821A8B7F6}" type="parTrans" cxnId="{C3B37BCD-E21D-48E0-AB64-5DD33C024925}">
      <dgm:prSet/>
      <dgm:spPr/>
      <dgm:t>
        <a:bodyPr/>
        <a:lstStyle/>
        <a:p>
          <a:endParaRPr lang="en-US"/>
        </a:p>
      </dgm:t>
    </dgm:pt>
    <dgm:pt modelId="{1ECF204F-B492-458A-8228-C6C899E08419}" type="sibTrans" cxnId="{C3B37BCD-E21D-48E0-AB64-5DD33C024925}">
      <dgm:prSet/>
      <dgm:spPr/>
      <dgm:t>
        <a:bodyPr/>
        <a:lstStyle/>
        <a:p>
          <a:endParaRPr lang="en-US"/>
        </a:p>
      </dgm:t>
    </dgm:pt>
    <dgm:pt modelId="{F8597EC1-A942-4450-B7CB-B403ED7E88BC}">
      <dgm:prSet/>
      <dgm:spPr/>
      <dgm:t>
        <a:bodyPr/>
        <a:lstStyle/>
        <a:p>
          <a:r>
            <a:rPr lang="en-US"/>
            <a:t>Use Cases: Borrow Book, Return Book, Search Catalog.</a:t>
          </a:r>
        </a:p>
      </dgm:t>
    </dgm:pt>
    <dgm:pt modelId="{C6601571-580B-41A4-957F-0094F200D637}" type="parTrans" cxnId="{828A72B0-2A2A-4C5B-8860-F09DDABE3144}">
      <dgm:prSet/>
      <dgm:spPr/>
      <dgm:t>
        <a:bodyPr/>
        <a:lstStyle/>
        <a:p>
          <a:endParaRPr lang="en-US"/>
        </a:p>
      </dgm:t>
    </dgm:pt>
    <dgm:pt modelId="{5BCAEADF-5BD9-44E8-92AB-BFBF962DA403}" type="sibTrans" cxnId="{828A72B0-2A2A-4C5B-8860-F09DDABE3144}">
      <dgm:prSet/>
      <dgm:spPr/>
      <dgm:t>
        <a:bodyPr/>
        <a:lstStyle/>
        <a:p>
          <a:endParaRPr lang="en-US"/>
        </a:p>
      </dgm:t>
    </dgm:pt>
    <dgm:pt modelId="{581DC73E-1FED-4532-B05F-ADD6FE0EED39}">
      <dgm:prSet/>
      <dgm:spPr/>
      <dgm:t>
        <a:bodyPr/>
        <a:lstStyle/>
        <a:p>
          <a:r>
            <a:rPr lang="en-US"/>
            <a:t>System boundary encloses all use cases.</a:t>
          </a:r>
        </a:p>
      </dgm:t>
    </dgm:pt>
    <dgm:pt modelId="{FDEB033C-5A89-4A33-A278-86BD3CF6200A}" type="parTrans" cxnId="{FB35663B-8224-43F3-82A2-95A4D32DD70A}">
      <dgm:prSet/>
      <dgm:spPr/>
      <dgm:t>
        <a:bodyPr/>
        <a:lstStyle/>
        <a:p>
          <a:endParaRPr lang="en-US"/>
        </a:p>
      </dgm:t>
    </dgm:pt>
    <dgm:pt modelId="{9CA87FFE-053F-4498-9C72-8CC09D2AC80C}" type="sibTrans" cxnId="{FB35663B-8224-43F3-82A2-95A4D32DD70A}">
      <dgm:prSet/>
      <dgm:spPr/>
      <dgm:t>
        <a:bodyPr/>
        <a:lstStyle/>
        <a:p>
          <a:endParaRPr lang="en-US"/>
        </a:p>
      </dgm:t>
    </dgm:pt>
    <dgm:pt modelId="{3A7074D2-B8D3-467A-83BD-5FE6517DEC2C}" type="pres">
      <dgm:prSet presAssocID="{C3F8F3FB-AE55-4C57-A98D-A40433607204}" presName="root" presStyleCnt="0">
        <dgm:presLayoutVars>
          <dgm:dir/>
          <dgm:resizeHandles val="exact"/>
        </dgm:presLayoutVars>
      </dgm:prSet>
      <dgm:spPr/>
    </dgm:pt>
    <dgm:pt modelId="{99DD09DA-8069-4F09-B932-F7EBC6758FC8}" type="pres">
      <dgm:prSet presAssocID="{B9E6F6FB-BC4E-4FEB-AD2B-A3A3CEB94623}" presName="compNode" presStyleCnt="0"/>
      <dgm:spPr/>
    </dgm:pt>
    <dgm:pt modelId="{F1228F0D-A570-430D-95EB-DDF8795C3434}" type="pres">
      <dgm:prSet presAssocID="{B9E6F6FB-BC4E-4FEB-AD2B-A3A3CEB9462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CC915817-BA3D-4518-80E0-20625D38EA6E}" type="pres">
      <dgm:prSet presAssocID="{B9E6F6FB-BC4E-4FEB-AD2B-A3A3CEB94623}" presName="spaceRect" presStyleCnt="0"/>
      <dgm:spPr/>
    </dgm:pt>
    <dgm:pt modelId="{9608F048-710D-4454-BE81-39DF1BCB582D}" type="pres">
      <dgm:prSet presAssocID="{B9E6F6FB-BC4E-4FEB-AD2B-A3A3CEB94623}" presName="textRect" presStyleLbl="revTx" presStyleIdx="0" presStyleCnt="3">
        <dgm:presLayoutVars>
          <dgm:chMax val="1"/>
          <dgm:chPref val="1"/>
        </dgm:presLayoutVars>
      </dgm:prSet>
      <dgm:spPr/>
    </dgm:pt>
    <dgm:pt modelId="{CD0F4463-AD47-43C1-992A-869D62AD3BF4}" type="pres">
      <dgm:prSet presAssocID="{1ECF204F-B492-458A-8228-C6C899E08419}" presName="sibTrans" presStyleCnt="0"/>
      <dgm:spPr/>
    </dgm:pt>
    <dgm:pt modelId="{4B658AA6-CAAD-4B51-AC89-5C32492A4CD1}" type="pres">
      <dgm:prSet presAssocID="{F8597EC1-A942-4450-B7CB-B403ED7E88BC}" presName="compNode" presStyleCnt="0"/>
      <dgm:spPr/>
    </dgm:pt>
    <dgm:pt modelId="{0A38C9FD-149E-456C-8663-96BDE215850A}" type="pres">
      <dgm:prSet presAssocID="{F8597EC1-A942-4450-B7CB-B403ED7E88B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4014F2A0-0D7C-4857-8417-84354448E3F5}" type="pres">
      <dgm:prSet presAssocID="{F8597EC1-A942-4450-B7CB-B403ED7E88BC}" presName="spaceRect" presStyleCnt="0"/>
      <dgm:spPr/>
    </dgm:pt>
    <dgm:pt modelId="{72DA5C44-4E3E-4C3F-AC81-FD665AEDE3C7}" type="pres">
      <dgm:prSet presAssocID="{F8597EC1-A942-4450-B7CB-B403ED7E88BC}" presName="textRect" presStyleLbl="revTx" presStyleIdx="1" presStyleCnt="3">
        <dgm:presLayoutVars>
          <dgm:chMax val="1"/>
          <dgm:chPref val="1"/>
        </dgm:presLayoutVars>
      </dgm:prSet>
      <dgm:spPr/>
    </dgm:pt>
    <dgm:pt modelId="{F7787C51-3C88-424C-8E9A-806A63F15538}" type="pres">
      <dgm:prSet presAssocID="{5BCAEADF-5BD9-44E8-92AB-BFBF962DA403}" presName="sibTrans" presStyleCnt="0"/>
      <dgm:spPr/>
    </dgm:pt>
    <dgm:pt modelId="{1B0D0402-0081-4EC1-9F08-61A3D548A72D}" type="pres">
      <dgm:prSet presAssocID="{581DC73E-1FED-4532-B05F-ADD6FE0EED39}" presName="compNode" presStyleCnt="0"/>
      <dgm:spPr/>
    </dgm:pt>
    <dgm:pt modelId="{EF19330B-EF62-4FB5-B22E-9B14E2495B0E}" type="pres">
      <dgm:prSet presAssocID="{581DC73E-1FED-4532-B05F-ADD6FE0EED3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8B974A0B-94A5-499A-B26E-7E9EAD4D2FB3}" type="pres">
      <dgm:prSet presAssocID="{581DC73E-1FED-4532-B05F-ADD6FE0EED39}" presName="spaceRect" presStyleCnt="0"/>
      <dgm:spPr/>
    </dgm:pt>
    <dgm:pt modelId="{57D713E3-693E-499E-8AE3-E0C57F6E079B}" type="pres">
      <dgm:prSet presAssocID="{581DC73E-1FED-4532-B05F-ADD6FE0EED3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B35663B-8224-43F3-82A2-95A4D32DD70A}" srcId="{C3F8F3FB-AE55-4C57-A98D-A40433607204}" destId="{581DC73E-1FED-4532-B05F-ADD6FE0EED39}" srcOrd="2" destOrd="0" parTransId="{FDEB033C-5A89-4A33-A278-86BD3CF6200A}" sibTransId="{9CA87FFE-053F-4498-9C72-8CC09D2AC80C}"/>
    <dgm:cxn modelId="{0780688E-FED9-4A33-9945-C432966347E3}" type="presOf" srcId="{581DC73E-1FED-4532-B05F-ADD6FE0EED39}" destId="{57D713E3-693E-499E-8AE3-E0C57F6E079B}" srcOrd="0" destOrd="0" presId="urn:microsoft.com/office/officeart/2018/2/layout/IconLabelList"/>
    <dgm:cxn modelId="{828A72B0-2A2A-4C5B-8860-F09DDABE3144}" srcId="{C3F8F3FB-AE55-4C57-A98D-A40433607204}" destId="{F8597EC1-A942-4450-B7CB-B403ED7E88BC}" srcOrd="1" destOrd="0" parTransId="{C6601571-580B-41A4-957F-0094F200D637}" sibTransId="{5BCAEADF-5BD9-44E8-92AB-BFBF962DA403}"/>
    <dgm:cxn modelId="{4E803BBE-1186-4B08-8CA6-2E64611E8301}" type="presOf" srcId="{F8597EC1-A942-4450-B7CB-B403ED7E88BC}" destId="{72DA5C44-4E3E-4C3F-AC81-FD665AEDE3C7}" srcOrd="0" destOrd="0" presId="urn:microsoft.com/office/officeart/2018/2/layout/IconLabelList"/>
    <dgm:cxn modelId="{9E0CD9C3-10AC-4CD0-83FE-1F98E6B4BB72}" type="presOf" srcId="{B9E6F6FB-BC4E-4FEB-AD2B-A3A3CEB94623}" destId="{9608F048-710D-4454-BE81-39DF1BCB582D}" srcOrd="0" destOrd="0" presId="urn:microsoft.com/office/officeart/2018/2/layout/IconLabelList"/>
    <dgm:cxn modelId="{2DC51DCB-C839-4917-9596-8A12314D2296}" type="presOf" srcId="{C3F8F3FB-AE55-4C57-A98D-A40433607204}" destId="{3A7074D2-B8D3-467A-83BD-5FE6517DEC2C}" srcOrd="0" destOrd="0" presId="urn:microsoft.com/office/officeart/2018/2/layout/IconLabelList"/>
    <dgm:cxn modelId="{C3B37BCD-E21D-48E0-AB64-5DD33C024925}" srcId="{C3F8F3FB-AE55-4C57-A98D-A40433607204}" destId="{B9E6F6FB-BC4E-4FEB-AD2B-A3A3CEB94623}" srcOrd="0" destOrd="0" parTransId="{0031DA95-C45C-4A2D-902F-67A821A8B7F6}" sibTransId="{1ECF204F-B492-458A-8228-C6C899E08419}"/>
    <dgm:cxn modelId="{B1AB03BB-B344-4928-B3D8-13EEFF36B0BC}" type="presParOf" srcId="{3A7074D2-B8D3-467A-83BD-5FE6517DEC2C}" destId="{99DD09DA-8069-4F09-B932-F7EBC6758FC8}" srcOrd="0" destOrd="0" presId="urn:microsoft.com/office/officeart/2018/2/layout/IconLabelList"/>
    <dgm:cxn modelId="{8614D104-B4A0-4C59-BAB5-4847F5F716ED}" type="presParOf" srcId="{99DD09DA-8069-4F09-B932-F7EBC6758FC8}" destId="{F1228F0D-A570-430D-95EB-DDF8795C3434}" srcOrd="0" destOrd="0" presId="urn:microsoft.com/office/officeart/2018/2/layout/IconLabelList"/>
    <dgm:cxn modelId="{A4871FFC-1CE2-4F76-9B6F-210DF4228F8C}" type="presParOf" srcId="{99DD09DA-8069-4F09-B932-F7EBC6758FC8}" destId="{CC915817-BA3D-4518-80E0-20625D38EA6E}" srcOrd="1" destOrd="0" presId="urn:microsoft.com/office/officeart/2018/2/layout/IconLabelList"/>
    <dgm:cxn modelId="{E290ED8C-BACA-4C77-A7A6-D7B1C703BB86}" type="presParOf" srcId="{99DD09DA-8069-4F09-B932-F7EBC6758FC8}" destId="{9608F048-710D-4454-BE81-39DF1BCB582D}" srcOrd="2" destOrd="0" presId="urn:microsoft.com/office/officeart/2018/2/layout/IconLabelList"/>
    <dgm:cxn modelId="{4403E1A1-D0BE-4610-8B5A-8672CCF95701}" type="presParOf" srcId="{3A7074D2-B8D3-467A-83BD-5FE6517DEC2C}" destId="{CD0F4463-AD47-43C1-992A-869D62AD3BF4}" srcOrd="1" destOrd="0" presId="urn:microsoft.com/office/officeart/2018/2/layout/IconLabelList"/>
    <dgm:cxn modelId="{DEDCE692-732A-4981-AFCA-D5E0AB6A97C9}" type="presParOf" srcId="{3A7074D2-B8D3-467A-83BD-5FE6517DEC2C}" destId="{4B658AA6-CAAD-4B51-AC89-5C32492A4CD1}" srcOrd="2" destOrd="0" presId="urn:microsoft.com/office/officeart/2018/2/layout/IconLabelList"/>
    <dgm:cxn modelId="{651E5819-DDEE-4D02-8A22-FEED340C3547}" type="presParOf" srcId="{4B658AA6-CAAD-4B51-AC89-5C32492A4CD1}" destId="{0A38C9FD-149E-456C-8663-96BDE215850A}" srcOrd="0" destOrd="0" presId="urn:microsoft.com/office/officeart/2018/2/layout/IconLabelList"/>
    <dgm:cxn modelId="{0E1E16FD-5A4C-4367-B69F-5AEF3815DBD0}" type="presParOf" srcId="{4B658AA6-CAAD-4B51-AC89-5C32492A4CD1}" destId="{4014F2A0-0D7C-4857-8417-84354448E3F5}" srcOrd="1" destOrd="0" presId="urn:microsoft.com/office/officeart/2018/2/layout/IconLabelList"/>
    <dgm:cxn modelId="{F207629C-C20F-495F-A4E2-4F3327458B6E}" type="presParOf" srcId="{4B658AA6-CAAD-4B51-AC89-5C32492A4CD1}" destId="{72DA5C44-4E3E-4C3F-AC81-FD665AEDE3C7}" srcOrd="2" destOrd="0" presId="urn:microsoft.com/office/officeart/2018/2/layout/IconLabelList"/>
    <dgm:cxn modelId="{0E1C1C8B-E49E-4284-9143-A8DCA66E0A2D}" type="presParOf" srcId="{3A7074D2-B8D3-467A-83BD-5FE6517DEC2C}" destId="{F7787C51-3C88-424C-8E9A-806A63F15538}" srcOrd="3" destOrd="0" presId="urn:microsoft.com/office/officeart/2018/2/layout/IconLabelList"/>
    <dgm:cxn modelId="{DB86295A-9281-483A-92ED-C81C7BB96568}" type="presParOf" srcId="{3A7074D2-B8D3-467A-83BD-5FE6517DEC2C}" destId="{1B0D0402-0081-4EC1-9F08-61A3D548A72D}" srcOrd="4" destOrd="0" presId="urn:microsoft.com/office/officeart/2018/2/layout/IconLabelList"/>
    <dgm:cxn modelId="{5C001638-988B-4EF1-9F0D-15B66251F793}" type="presParOf" srcId="{1B0D0402-0081-4EC1-9F08-61A3D548A72D}" destId="{EF19330B-EF62-4FB5-B22E-9B14E2495B0E}" srcOrd="0" destOrd="0" presId="urn:microsoft.com/office/officeart/2018/2/layout/IconLabelList"/>
    <dgm:cxn modelId="{580987DF-04C5-41C2-AB2F-32AC1F0477BA}" type="presParOf" srcId="{1B0D0402-0081-4EC1-9F08-61A3D548A72D}" destId="{8B974A0B-94A5-499A-B26E-7E9EAD4D2FB3}" srcOrd="1" destOrd="0" presId="urn:microsoft.com/office/officeart/2018/2/layout/IconLabelList"/>
    <dgm:cxn modelId="{23B2BA88-1D38-464A-8AC6-944F4392AE7E}" type="presParOf" srcId="{1B0D0402-0081-4EC1-9F08-61A3D548A72D}" destId="{57D713E3-693E-499E-8AE3-E0C57F6E079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43824EF-CBE9-4297-A55B-7C4D20E66DBA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0C01A7F-5C30-4C72-9DC9-BA246BF104F0}">
      <dgm:prSet/>
      <dgm:spPr/>
      <dgm:t>
        <a:bodyPr/>
        <a:lstStyle/>
        <a:p>
          <a:r>
            <a:rPr lang="en-US"/>
            <a:t>Depict</a:t>
          </a:r>
        </a:p>
      </dgm:t>
    </dgm:pt>
    <dgm:pt modelId="{CB9C7B48-2492-46BD-968A-59EFA4FD36ED}" type="parTrans" cxnId="{514F8F62-48E3-4C90-98B7-46D1FD7F9CC1}">
      <dgm:prSet/>
      <dgm:spPr/>
      <dgm:t>
        <a:bodyPr/>
        <a:lstStyle/>
        <a:p>
          <a:endParaRPr lang="en-US"/>
        </a:p>
      </dgm:t>
    </dgm:pt>
    <dgm:pt modelId="{77310A6D-5A57-4DAD-A412-93854B2C5C55}" type="sibTrans" cxnId="{514F8F62-48E3-4C90-98B7-46D1FD7F9CC1}">
      <dgm:prSet/>
      <dgm:spPr/>
      <dgm:t>
        <a:bodyPr/>
        <a:lstStyle/>
        <a:p>
          <a:endParaRPr lang="en-US"/>
        </a:p>
      </dgm:t>
    </dgm:pt>
    <dgm:pt modelId="{C37C49C2-BFA8-4E2E-AC50-CE56F6C4DE8D}">
      <dgm:prSet/>
      <dgm:spPr/>
      <dgm:t>
        <a:bodyPr/>
        <a:lstStyle/>
        <a:p>
          <a:r>
            <a:rPr lang="en-US"/>
            <a:t>Depict control flow of processes or logic.</a:t>
          </a:r>
        </a:p>
      </dgm:t>
    </dgm:pt>
    <dgm:pt modelId="{189E986E-A0D0-43F8-900E-88A666524AB9}" type="parTrans" cxnId="{44672343-4DB6-425C-8820-F00546253A86}">
      <dgm:prSet/>
      <dgm:spPr/>
      <dgm:t>
        <a:bodyPr/>
        <a:lstStyle/>
        <a:p>
          <a:endParaRPr lang="en-US"/>
        </a:p>
      </dgm:t>
    </dgm:pt>
    <dgm:pt modelId="{514FE421-B4AF-48F2-9F4A-53024B770DC1}" type="sibTrans" cxnId="{44672343-4DB6-425C-8820-F00546253A86}">
      <dgm:prSet/>
      <dgm:spPr/>
      <dgm:t>
        <a:bodyPr/>
        <a:lstStyle/>
        <a:p>
          <a:endParaRPr lang="en-US"/>
        </a:p>
      </dgm:t>
    </dgm:pt>
    <dgm:pt modelId="{360AAF0A-238A-42FB-87C8-59144A0A8812}">
      <dgm:prSet/>
      <dgm:spPr/>
      <dgm:t>
        <a:bodyPr/>
        <a:lstStyle/>
        <a:p>
          <a:r>
            <a:rPr lang="en-US"/>
            <a:t>Include</a:t>
          </a:r>
        </a:p>
      </dgm:t>
    </dgm:pt>
    <dgm:pt modelId="{CAEE626F-D019-47BD-ACDB-FF79B5BC28CC}" type="parTrans" cxnId="{38FA576C-B48C-405D-8014-F38194FEF380}">
      <dgm:prSet/>
      <dgm:spPr/>
      <dgm:t>
        <a:bodyPr/>
        <a:lstStyle/>
        <a:p>
          <a:endParaRPr lang="en-US"/>
        </a:p>
      </dgm:t>
    </dgm:pt>
    <dgm:pt modelId="{5DB8F3E0-ED2B-4901-8B11-9CEC01FA5101}" type="sibTrans" cxnId="{38FA576C-B48C-405D-8014-F38194FEF380}">
      <dgm:prSet/>
      <dgm:spPr/>
      <dgm:t>
        <a:bodyPr/>
        <a:lstStyle/>
        <a:p>
          <a:endParaRPr lang="en-US"/>
        </a:p>
      </dgm:t>
    </dgm:pt>
    <dgm:pt modelId="{D8285FB4-D9AF-4214-9586-8FF55F24F524}">
      <dgm:prSet/>
      <dgm:spPr/>
      <dgm:t>
        <a:bodyPr/>
        <a:lstStyle/>
        <a:p>
          <a:r>
            <a:rPr lang="en-US"/>
            <a:t>Include start/end nodes, activities, decisions.</a:t>
          </a:r>
        </a:p>
      </dgm:t>
    </dgm:pt>
    <dgm:pt modelId="{113BD797-356A-4DE0-AF7E-769200EFD166}" type="parTrans" cxnId="{340B9076-3C17-47F4-BCBD-C92A94905A3D}">
      <dgm:prSet/>
      <dgm:spPr/>
      <dgm:t>
        <a:bodyPr/>
        <a:lstStyle/>
        <a:p>
          <a:endParaRPr lang="en-US"/>
        </a:p>
      </dgm:t>
    </dgm:pt>
    <dgm:pt modelId="{D71DD8DF-D5CE-4EAE-86DA-26D7FF30589B}" type="sibTrans" cxnId="{340B9076-3C17-47F4-BCBD-C92A94905A3D}">
      <dgm:prSet/>
      <dgm:spPr/>
      <dgm:t>
        <a:bodyPr/>
        <a:lstStyle/>
        <a:p>
          <a:endParaRPr lang="en-US"/>
        </a:p>
      </dgm:t>
    </dgm:pt>
    <dgm:pt modelId="{AE1E012B-0666-4812-8635-783ADCC1FA91}">
      <dgm:prSet/>
      <dgm:spPr/>
      <dgm:t>
        <a:bodyPr/>
        <a:lstStyle/>
        <a:p>
          <a:r>
            <a:rPr lang="en-US"/>
            <a:t>Show</a:t>
          </a:r>
        </a:p>
      </dgm:t>
    </dgm:pt>
    <dgm:pt modelId="{8BF8DDB8-8AE3-4383-82EB-FA8531B09AB0}" type="parTrans" cxnId="{44F6A160-6AF2-4D06-98EE-1F0D77A17CB3}">
      <dgm:prSet/>
      <dgm:spPr/>
      <dgm:t>
        <a:bodyPr/>
        <a:lstStyle/>
        <a:p>
          <a:endParaRPr lang="en-US"/>
        </a:p>
      </dgm:t>
    </dgm:pt>
    <dgm:pt modelId="{5C3FDFD8-6FE5-49B3-99E7-64F03C11676F}" type="sibTrans" cxnId="{44F6A160-6AF2-4D06-98EE-1F0D77A17CB3}">
      <dgm:prSet/>
      <dgm:spPr/>
      <dgm:t>
        <a:bodyPr/>
        <a:lstStyle/>
        <a:p>
          <a:endParaRPr lang="en-US"/>
        </a:p>
      </dgm:t>
    </dgm:pt>
    <dgm:pt modelId="{05F8495E-BE90-4640-9940-AD4237E9244C}">
      <dgm:prSet/>
      <dgm:spPr/>
      <dgm:t>
        <a:bodyPr/>
        <a:lstStyle/>
        <a:p>
          <a:r>
            <a:rPr lang="en-US"/>
            <a:t>Show parallel or alternative paths.</a:t>
          </a:r>
        </a:p>
      </dgm:t>
    </dgm:pt>
    <dgm:pt modelId="{79BEDC8E-C3E3-41D6-9167-4D98112FAD15}" type="parTrans" cxnId="{057024A6-5DFA-48A9-BF0C-DE7A9F09A10C}">
      <dgm:prSet/>
      <dgm:spPr/>
      <dgm:t>
        <a:bodyPr/>
        <a:lstStyle/>
        <a:p>
          <a:endParaRPr lang="en-US"/>
        </a:p>
      </dgm:t>
    </dgm:pt>
    <dgm:pt modelId="{0E5B1BD0-29AF-48A9-BFD7-9B24495B1EFE}" type="sibTrans" cxnId="{057024A6-5DFA-48A9-BF0C-DE7A9F09A10C}">
      <dgm:prSet/>
      <dgm:spPr/>
      <dgm:t>
        <a:bodyPr/>
        <a:lstStyle/>
        <a:p>
          <a:endParaRPr lang="en-US"/>
        </a:p>
      </dgm:t>
    </dgm:pt>
    <dgm:pt modelId="{704BDB45-3CA0-4341-9444-3F6732BC92D8}" type="pres">
      <dgm:prSet presAssocID="{143824EF-CBE9-4297-A55B-7C4D20E66DBA}" presName="Name0" presStyleCnt="0">
        <dgm:presLayoutVars>
          <dgm:dir/>
          <dgm:animLvl val="lvl"/>
          <dgm:resizeHandles val="exact"/>
        </dgm:presLayoutVars>
      </dgm:prSet>
      <dgm:spPr/>
    </dgm:pt>
    <dgm:pt modelId="{4F42F089-B154-B848-8D9E-EF3533E16CB6}" type="pres">
      <dgm:prSet presAssocID="{E0C01A7F-5C30-4C72-9DC9-BA246BF104F0}" presName="linNode" presStyleCnt="0"/>
      <dgm:spPr/>
    </dgm:pt>
    <dgm:pt modelId="{31BF92AA-EEBA-C442-9C96-3BAEB81D9077}" type="pres">
      <dgm:prSet presAssocID="{E0C01A7F-5C30-4C72-9DC9-BA246BF104F0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887ABA6B-1AFF-4C44-90CB-06935D7671CE}" type="pres">
      <dgm:prSet presAssocID="{E0C01A7F-5C30-4C72-9DC9-BA246BF104F0}" presName="descendantText" presStyleLbl="alignAccFollowNode1" presStyleIdx="0" presStyleCnt="3">
        <dgm:presLayoutVars>
          <dgm:bulletEnabled/>
        </dgm:presLayoutVars>
      </dgm:prSet>
      <dgm:spPr/>
    </dgm:pt>
    <dgm:pt modelId="{C4EACB84-06E9-0643-9201-73AE8F02E130}" type="pres">
      <dgm:prSet presAssocID="{77310A6D-5A57-4DAD-A412-93854B2C5C55}" presName="sp" presStyleCnt="0"/>
      <dgm:spPr/>
    </dgm:pt>
    <dgm:pt modelId="{8054605B-D846-F846-907B-17BE3B2D9A45}" type="pres">
      <dgm:prSet presAssocID="{360AAF0A-238A-42FB-87C8-59144A0A8812}" presName="linNode" presStyleCnt="0"/>
      <dgm:spPr/>
    </dgm:pt>
    <dgm:pt modelId="{B0F1F1D3-B007-FA45-A51E-E0BF44DEFF26}" type="pres">
      <dgm:prSet presAssocID="{360AAF0A-238A-42FB-87C8-59144A0A8812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4F991A22-FD2C-DA4B-9C64-AE2E99DF3949}" type="pres">
      <dgm:prSet presAssocID="{360AAF0A-238A-42FB-87C8-59144A0A8812}" presName="descendantText" presStyleLbl="alignAccFollowNode1" presStyleIdx="1" presStyleCnt="3">
        <dgm:presLayoutVars>
          <dgm:bulletEnabled/>
        </dgm:presLayoutVars>
      </dgm:prSet>
      <dgm:spPr/>
    </dgm:pt>
    <dgm:pt modelId="{E356657A-922A-534A-8453-B2A9DB3B45AD}" type="pres">
      <dgm:prSet presAssocID="{5DB8F3E0-ED2B-4901-8B11-9CEC01FA5101}" presName="sp" presStyleCnt="0"/>
      <dgm:spPr/>
    </dgm:pt>
    <dgm:pt modelId="{BD6D52FC-5354-224B-9DAF-098C777BC666}" type="pres">
      <dgm:prSet presAssocID="{AE1E012B-0666-4812-8635-783ADCC1FA91}" presName="linNode" presStyleCnt="0"/>
      <dgm:spPr/>
    </dgm:pt>
    <dgm:pt modelId="{18EA1285-14A2-5D42-A334-8CFFF5FB5559}" type="pres">
      <dgm:prSet presAssocID="{AE1E012B-0666-4812-8635-783ADCC1FA91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636964C4-CF1F-1948-8DC4-DCF640E117F9}" type="pres">
      <dgm:prSet presAssocID="{AE1E012B-0666-4812-8635-783ADCC1FA91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44672343-4DB6-425C-8820-F00546253A86}" srcId="{E0C01A7F-5C30-4C72-9DC9-BA246BF104F0}" destId="{C37C49C2-BFA8-4E2E-AC50-CE56F6C4DE8D}" srcOrd="0" destOrd="0" parTransId="{189E986E-A0D0-43F8-900E-88A666524AB9}" sibTransId="{514FE421-B4AF-48F2-9F4A-53024B770DC1}"/>
    <dgm:cxn modelId="{022C9C4F-CEF7-5A4C-920A-1A6FE6345D4E}" type="presOf" srcId="{143824EF-CBE9-4297-A55B-7C4D20E66DBA}" destId="{704BDB45-3CA0-4341-9444-3F6732BC92D8}" srcOrd="0" destOrd="0" presId="urn:microsoft.com/office/officeart/2016/7/layout/VerticalSolidActionList"/>
    <dgm:cxn modelId="{44F6A160-6AF2-4D06-98EE-1F0D77A17CB3}" srcId="{143824EF-CBE9-4297-A55B-7C4D20E66DBA}" destId="{AE1E012B-0666-4812-8635-783ADCC1FA91}" srcOrd="2" destOrd="0" parTransId="{8BF8DDB8-8AE3-4383-82EB-FA8531B09AB0}" sibTransId="{5C3FDFD8-6FE5-49B3-99E7-64F03C11676F}"/>
    <dgm:cxn modelId="{514F8F62-48E3-4C90-98B7-46D1FD7F9CC1}" srcId="{143824EF-CBE9-4297-A55B-7C4D20E66DBA}" destId="{E0C01A7F-5C30-4C72-9DC9-BA246BF104F0}" srcOrd="0" destOrd="0" parTransId="{CB9C7B48-2492-46BD-968A-59EFA4FD36ED}" sibTransId="{77310A6D-5A57-4DAD-A412-93854B2C5C55}"/>
    <dgm:cxn modelId="{38FA576C-B48C-405D-8014-F38194FEF380}" srcId="{143824EF-CBE9-4297-A55B-7C4D20E66DBA}" destId="{360AAF0A-238A-42FB-87C8-59144A0A8812}" srcOrd="1" destOrd="0" parTransId="{CAEE626F-D019-47BD-ACDB-FF79B5BC28CC}" sibTransId="{5DB8F3E0-ED2B-4901-8B11-9CEC01FA5101}"/>
    <dgm:cxn modelId="{05D1A96D-2E22-7643-BA4F-3D328996C607}" type="presOf" srcId="{AE1E012B-0666-4812-8635-783ADCC1FA91}" destId="{18EA1285-14A2-5D42-A334-8CFFF5FB5559}" srcOrd="0" destOrd="0" presId="urn:microsoft.com/office/officeart/2016/7/layout/VerticalSolidActionList"/>
    <dgm:cxn modelId="{340B9076-3C17-47F4-BCBD-C92A94905A3D}" srcId="{360AAF0A-238A-42FB-87C8-59144A0A8812}" destId="{D8285FB4-D9AF-4214-9586-8FF55F24F524}" srcOrd="0" destOrd="0" parTransId="{113BD797-356A-4DE0-AF7E-769200EFD166}" sibTransId="{D71DD8DF-D5CE-4EAE-86DA-26D7FF30589B}"/>
    <dgm:cxn modelId="{3B94247E-2CD1-5341-9A58-B3C67FAB5480}" type="presOf" srcId="{C37C49C2-BFA8-4E2E-AC50-CE56F6C4DE8D}" destId="{887ABA6B-1AFF-4C44-90CB-06935D7671CE}" srcOrd="0" destOrd="0" presId="urn:microsoft.com/office/officeart/2016/7/layout/VerticalSolidActionList"/>
    <dgm:cxn modelId="{EC9C3D9A-B4B5-7743-81B8-AE256035458D}" type="presOf" srcId="{E0C01A7F-5C30-4C72-9DC9-BA246BF104F0}" destId="{31BF92AA-EEBA-C442-9C96-3BAEB81D9077}" srcOrd="0" destOrd="0" presId="urn:microsoft.com/office/officeart/2016/7/layout/VerticalSolidActionList"/>
    <dgm:cxn modelId="{057024A6-5DFA-48A9-BF0C-DE7A9F09A10C}" srcId="{AE1E012B-0666-4812-8635-783ADCC1FA91}" destId="{05F8495E-BE90-4640-9940-AD4237E9244C}" srcOrd="0" destOrd="0" parTransId="{79BEDC8E-C3E3-41D6-9167-4D98112FAD15}" sibTransId="{0E5B1BD0-29AF-48A9-BFD7-9B24495B1EFE}"/>
    <dgm:cxn modelId="{5B1E4FA6-BFC2-064F-9211-DC20CF916EAF}" type="presOf" srcId="{05F8495E-BE90-4640-9940-AD4237E9244C}" destId="{636964C4-CF1F-1948-8DC4-DCF640E117F9}" srcOrd="0" destOrd="0" presId="urn:microsoft.com/office/officeart/2016/7/layout/VerticalSolidActionList"/>
    <dgm:cxn modelId="{9B200CB9-470A-7C45-A102-E80EACA585D5}" type="presOf" srcId="{360AAF0A-238A-42FB-87C8-59144A0A8812}" destId="{B0F1F1D3-B007-FA45-A51E-E0BF44DEFF26}" srcOrd="0" destOrd="0" presId="urn:microsoft.com/office/officeart/2016/7/layout/VerticalSolidActionList"/>
    <dgm:cxn modelId="{99B22ECD-23C7-784F-9742-287AFC89699A}" type="presOf" srcId="{D8285FB4-D9AF-4214-9586-8FF55F24F524}" destId="{4F991A22-FD2C-DA4B-9C64-AE2E99DF3949}" srcOrd="0" destOrd="0" presId="urn:microsoft.com/office/officeart/2016/7/layout/VerticalSolidActionList"/>
    <dgm:cxn modelId="{FEFCFBFC-0488-EC47-A75F-0ECB24DE4B2B}" type="presParOf" srcId="{704BDB45-3CA0-4341-9444-3F6732BC92D8}" destId="{4F42F089-B154-B848-8D9E-EF3533E16CB6}" srcOrd="0" destOrd="0" presId="urn:microsoft.com/office/officeart/2016/7/layout/VerticalSolidActionList"/>
    <dgm:cxn modelId="{669CF4F8-D7CF-6C4B-B076-6670F6CDA09E}" type="presParOf" srcId="{4F42F089-B154-B848-8D9E-EF3533E16CB6}" destId="{31BF92AA-EEBA-C442-9C96-3BAEB81D9077}" srcOrd="0" destOrd="0" presId="urn:microsoft.com/office/officeart/2016/7/layout/VerticalSolidActionList"/>
    <dgm:cxn modelId="{A6F40D85-86C7-8C49-A6E0-B0F5B09CF7EC}" type="presParOf" srcId="{4F42F089-B154-B848-8D9E-EF3533E16CB6}" destId="{887ABA6B-1AFF-4C44-90CB-06935D7671CE}" srcOrd="1" destOrd="0" presId="urn:microsoft.com/office/officeart/2016/7/layout/VerticalSolidActionList"/>
    <dgm:cxn modelId="{3A44E307-842B-3549-BE4E-25547BA6A098}" type="presParOf" srcId="{704BDB45-3CA0-4341-9444-3F6732BC92D8}" destId="{C4EACB84-06E9-0643-9201-73AE8F02E130}" srcOrd="1" destOrd="0" presId="urn:microsoft.com/office/officeart/2016/7/layout/VerticalSolidActionList"/>
    <dgm:cxn modelId="{EC491DCC-6E11-2C47-9C5C-13F01A192197}" type="presParOf" srcId="{704BDB45-3CA0-4341-9444-3F6732BC92D8}" destId="{8054605B-D846-F846-907B-17BE3B2D9A45}" srcOrd="2" destOrd="0" presId="urn:microsoft.com/office/officeart/2016/7/layout/VerticalSolidActionList"/>
    <dgm:cxn modelId="{D039DDB3-6196-CE4A-9249-C2130FAE241A}" type="presParOf" srcId="{8054605B-D846-F846-907B-17BE3B2D9A45}" destId="{B0F1F1D3-B007-FA45-A51E-E0BF44DEFF26}" srcOrd="0" destOrd="0" presId="urn:microsoft.com/office/officeart/2016/7/layout/VerticalSolidActionList"/>
    <dgm:cxn modelId="{16E934BA-F2D0-2747-99E7-9C6005813372}" type="presParOf" srcId="{8054605B-D846-F846-907B-17BE3B2D9A45}" destId="{4F991A22-FD2C-DA4B-9C64-AE2E99DF3949}" srcOrd="1" destOrd="0" presId="urn:microsoft.com/office/officeart/2016/7/layout/VerticalSolidActionList"/>
    <dgm:cxn modelId="{1AD1701E-2368-FA46-B9AF-3F11697FA4D4}" type="presParOf" srcId="{704BDB45-3CA0-4341-9444-3F6732BC92D8}" destId="{E356657A-922A-534A-8453-B2A9DB3B45AD}" srcOrd="3" destOrd="0" presId="urn:microsoft.com/office/officeart/2016/7/layout/VerticalSolidActionList"/>
    <dgm:cxn modelId="{6D29E080-4096-6D4C-A3CF-749469AA90FB}" type="presParOf" srcId="{704BDB45-3CA0-4341-9444-3F6732BC92D8}" destId="{BD6D52FC-5354-224B-9DAF-098C777BC666}" srcOrd="4" destOrd="0" presId="urn:microsoft.com/office/officeart/2016/7/layout/VerticalSolidActionList"/>
    <dgm:cxn modelId="{2F36E670-6044-FF42-B625-CB9D95D730C4}" type="presParOf" srcId="{BD6D52FC-5354-224B-9DAF-098C777BC666}" destId="{18EA1285-14A2-5D42-A334-8CFFF5FB5559}" srcOrd="0" destOrd="0" presId="urn:microsoft.com/office/officeart/2016/7/layout/VerticalSolidActionList"/>
    <dgm:cxn modelId="{0083FA52-8D08-1647-8168-0E004E091547}" type="presParOf" srcId="{BD6D52FC-5354-224B-9DAF-098C777BC666}" destId="{636964C4-CF1F-1948-8DC4-DCF640E117F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024858D-7B82-4F38-9CE8-52318209370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B6D1DE9-BFFE-4D86-88CF-A906CE6E89B0}">
      <dgm:prSet/>
      <dgm:spPr/>
      <dgm:t>
        <a:bodyPr/>
        <a:lstStyle/>
        <a:p>
          <a:r>
            <a:rPr lang="en-US"/>
            <a:t>Show time-ordered message exchanges between objects.</a:t>
          </a:r>
        </a:p>
      </dgm:t>
    </dgm:pt>
    <dgm:pt modelId="{0EC343E1-F4F6-443B-B577-400487159351}" type="parTrans" cxnId="{370F6752-2C41-42C3-ADBC-B024D028ED57}">
      <dgm:prSet/>
      <dgm:spPr/>
      <dgm:t>
        <a:bodyPr/>
        <a:lstStyle/>
        <a:p>
          <a:endParaRPr lang="en-US"/>
        </a:p>
      </dgm:t>
    </dgm:pt>
    <dgm:pt modelId="{24418889-5DBB-4796-A116-B04680D8F47A}" type="sibTrans" cxnId="{370F6752-2C41-42C3-ADBC-B024D028ED57}">
      <dgm:prSet/>
      <dgm:spPr/>
      <dgm:t>
        <a:bodyPr/>
        <a:lstStyle/>
        <a:p>
          <a:endParaRPr lang="en-US"/>
        </a:p>
      </dgm:t>
    </dgm:pt>
    <dgm:pt modelId="{8CD0D049-CECD-41B6-856F-FD9855A1F885}">
      <dgm:prSet/>
      <dgm:spPr/>
      <dgm:t>
        <a:bodyPr/>
        <a:lstStyle/>
        <a:p>
          <a:r>
            <a:rPr lang="en-US"/>
            <a:t>Lifelines represent participants; arrows show messages.</a:t>
          </a:r>
        </a:p>
      </dgm:t>
    </dgm:pt>
    <dgm:pt modelId="{DCC61322-D818-41B5-9C71-C57B7D54C329}" type="parTrans" cxnId="{BF894F3C-9740-4280-B354-B9631DD45025}">
      <dgm:prSet/>
      <dgm:spPr/>
      <dgm:t>
        <a:bodyPr/>
        <a:lstStyle/>
        <a:p>
          <a:endParaRPr lang="en-US"/>
        </a:p>
      </dgm:t>
    </dgm:pt>
    <dgm:pt modelId="{6EF45884-E607-4921-AB97-569785345DBF}" type="sibTrans" cxnId="{BF894F3C-9740-4280-B354-B9631DD45025}">
      <dgm:prSet/>
      <dgm:spPr/>
      <dgm:t>
        <a:bodyPr/>
        <a:lstStyle/>
        <a:p>
          <a:endParaRPr lang="en-US"/>
        </a:p>
      </dgm:t>
    </dgm:pt>
    <dgm:pt modelId="{743FB046-CBA0-4987-A6C0-494629904B74}">
      <dgm:prSet/>
      <dgm:spPr/>
      <dgm:t>
        <a:bodyPr/>
        <a:lstStyle/>
        <a:p>
          <a:r>
            <a:rPr lang="en-US"/>
            <a:t>Clarify runtime interactions for specific scenarios.</a:t>
          </a:r>
        </a:p>
      </dgm:t>
    </dgm:pt>
    <dgm:pt modelId="{6FA7AA5B-6B87-4204-9181-CA9CC2F1B381}" type="parTrans" cxnId="{EAA96DD0-3C5A-4CE7-A08B-448CF4DEA232}">
      <dgm:prSet/>
      <dgm:spPr/>
      <dgm:t>
        <a:bodyPr/>
        <a:lstStyle/>
        <a:p>
          <a:endParaRPr lang="en-US"/>
        </a:p>
      </dgm:t>
    </dgm:pt>
    <dgm:pt modelId="{0F7EAE72-AFBD-42FC-9932-F9C03DDD27CA}" type="sibTrans" cxnId="{EAA96DD0-3C5A-4CE7-A08B-448CF4DEA232}">
      <dgm:prSet/>
      <dgm:spPr/>
      <dgm:t>
        <a:bodyPr/>
        <a:lstStyle/>
        <a:p>
          <a:endParaRPr lang="en-US"/>
        </a:p>
      </dgm:t>
    </dgm:pt>
    <dgm:pt modelId="{171CCE7F-CF5E-4711-8DE7-322F3667720C}" type="pres">
      <dgm:prSet presAssocID="{F024858D-7B82-4F38-9CE8-52318209370A}" presName="root" presStyleCnt="0">
        <dgm:presLayoutVars>
          <dgm:dir/>
          <dgm:resizeHandles val="exact"/>
        </dgm:presLayoutVars>
      </dgm:prSet>
      <dgm:spPr/>
    </dgm:pt>
    <dgm:pt modelId="{0E21C07C-29D6-4E7E-AC6F-CF50B6AE7ACA}" type="pres">
      <dgm:prSet presAssocID="{8B6D1DE9-BFFE-4D86-88CF-A906CE6E89B0}" presName="compNode" presStyleCnt="0"/>
      <dgm:spPr/>
    </dgm:pt>
    <dgm:pt modelId="{B2EC20DB-7E6F-4B78-B344-1AC7C4729861}" type="pres">
      <dgm:prSet presAssocID="{8B6D1DE9-BFFE-4D86-88CF-A906CE6E89B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26B5D85A-33FC-4EF4-A282-39C39C164F79}" type="pres">
      <dgm:prSet presAssocID="{8B6D1DE9-BFFE-4D86-88CF-A906CE6E89B0}" presName="spaceRect" presStyleCnt="0"/>
      <dgm:spPr/>
    </dgm:pt>
    <dgm:pt modelId="{2B04575D-5E69-4817-A3F6-8DF85C1A2EDF}" type="pres">
      <dgm:prSet presAssocID="{8B6D1DE9-BFFE-4D86-88CF-A906CE6E89B0}" presName="textRect" presStyleLbl="revTx" presStyleIdx="0" presStyleCnt="3">
        <dgm:presLayoutVars>
          <dgm:chMax val="1"/>
          <dgm:chPref val="1"/>
        </dgm:presLayoutVars>
      </dgm:prSet>
      <dgm:spPr/>
    </dgm:pt>
    <dgm:pt modelId="{678C9A4F-B7E6-4D95-B9A6-6C0CE458E494}" type="pres">
      <dgm:prSet presAssocID="{24418889-5DBB-4796-A116-B04680D8F47A}" presName="sibTrans" presStyleCnt="0"/>
      <dgm:spPr/>
    </dgm:pt>
    <dgm:pt modelId="{F9A986DF-B467-4B2E-B157-3B9508875015}" type="pres">
      <dgm:prSet presAssocID="{8CD0D049-CECD-41B6-856F-FD9855A1F885}" presName="compNode" presStyleCnt="0"/>
      <dgm:spPr/>
    </dgm:pt>
    <dgm:pt modelId="{26B05669-019D-43A8-9EC0-B9AEAC86A6F5}" type="pres">
      <dgm:prSet presAssocID="{8CD0D049-CECD-41B6-856F-FD9855A1F88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4B5517D0-4E77-40CF-982E-DCDB172DD0C0}" type="pres">
      <dgm:prSet presAssocID="{8CD0D049-CECD-41B6-856F-FD9855A1F885}" presName="spaceRect" presStyleCnt="0"/>
      <dgm:spPr/>
    </dgm:pt>
    <dgm:pt modelId="{E37DC99E-4641-4168-B98C-664C29B8C5FE}" type="pres">
      <dgm:prSet presAssocID="{8CD0D049-CECD-41B6-856F-FD9855A1F885}" presName="textRect" presStyleLbl="revTx" presStyleIdx="1" presStyleCnt="3">
        <dgm:presLayoutVars>
          <dgm:chMax val="1"/>
          <dgm:chPref val="1"/>
        </dgm:presLayoutVars>
      </dgm:prSet>
      <dgm:spPr/>
    </dgm:pt>
    <dgm:pt modelId="{AAD1F990-B32C-4519-9C97-77BFB99CEAAB}" type="pres">
      <dgm:prSet presAssocID="{6EF45884-E607-4921-AB97-569785345DBF}" presName="sibTrans" presStyleCnt="0"/>
      <dgm:spPr/>
    </dgm:pt>
    <dgm:pt modelId="{3F5D5E9E-33D6-4FC0-80A1-5C4ED0D02444}" type="pres">
      <dgm:prSet presAssocID="{743FB046-CBA0-4987-A6C0-494629904B74}" presName="compNode" presStyleCnt="0"/>
      <dgm:spPr/>
    </dgm:pt>
    <dgm:pt modelId="{2473A5B9-AC7F-4DFB-9FBB-EB582F46711A}" type="pres">
      <dgm:prSet presAssocID="{743FB046-CBA0-4987-A6C0-494629904B7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9FC32F3-7897-4496-AF3C-DA16202712C6}" type="pres">
      <dgm:prSet presAssocID="{743FB046-CBA0-4987-A6C0-494629904B74}" presName="spaceRect" presStyleCnt="0"/>
      <dgm:spPr/>
    </dgm:pt>
    <dgm:pt modelId="{F2D6E59D-C19F-4E6A-A43D-308268F87C43}" type="pres">
      <dgm:prSet presAssocID="{743FB046-CBA0-4987-A6C0-494629904B7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D291802-C0AC-4602-B779-675A44620FD4}" type="presOf" srcId="{F024858D-7B82-4F38-9CE8-52318209370A}" destId="{171CCE7F-CF5E-4711-8DE7-322F3667720C}" srcOrd="0" destOrd="0" presId="urn:microsoft.com/office/officeart/2018/2/layout/IconLabelList"/>
    <dgm:cxn modelId="{8E32CE20-BF9A-4E01-A833-2E66BE150514}" type="presOf" srcId="{8B6D1DE9-BFFE-4D86-88CF-A906CE6E89B0}" destId="{2B04575D-5E69-4817-A3F6-8DF85C1A2EDF}" srcOrd="0" destOrd="0" presId="urn:microsoft.com/office/officeart/2018/2/layout/IconLabelList"/>
    <dgm:cxn modelId="{20B1EC36-C349-48D0-B907-06825D7B0A4F}" type="presOf" srcId="{8CD0D049-CECD-41B6-856F-FD9855A1F885}" destId="{E37DC99E-4641-4168-B98C-664C29B8C5FE}" srcOrd="0" destOrd="0" presId="urn:microsoft.com/office/officeart/2018/2/layout/IconLabelList"/>
    <dgm:cxn modelId="{BF894F3C-9740-4280-B354-B9631DD45025}" srcId="{F024858D-7B82-4F38-9CE8-52318209370A}" destId="{8CD0D049-CECD-41B6-856F-FD9855A1F885}" srcOrd="1" destOrd="0" parTransId="{DCC61322-D818-41B5-9C71-C57B7D54C329}" sibTransId="{6EF45884-E607-4921-AB97-569785345DBF}"/>
    <dgm:cxn modelId="{370F6752-2C41-42C3-ADBC-B024D028ED57}" srcId="{F024858D-7B82-4F38-9CE8-52318209370A}" destId="{8B6D1DE9-BFFE-4D86-88CF-A906CE6E89B0}" srcOrd="0" destOrd="0" parTransId="{0EC343E1-F4F6-443B-B577-400487159351}" sibTransId="{24418889-5DBB-4796-A116-B04680D8F47A}"/>
    <dgm:cxn modelId="{1D95BD9C-B001-420C-BCDD-F37C9EDB3C15}" type="presOf" srcId="{743FB046-CBA0-4987-A6C0-494629904B74}" destId="{F2D6E59D-C19F-4E6A-A43D-308268F87C43}" srcOrd="0" destOrd="0" presId="urn:microsoft.com/office/officeart/2018/2/layout/IconLabelList"/>
    <dgm:cxn modelId="{EAA96DD0-3C5A-4CE7-A08B-448CF4DEA232}" srcId="{F024858D-7B82-4F38-9CE8-52318209370A}" destId="{743FB046-CBA0-4987-A6C0-494629904B74}" srcOrd="2" destOrd="0" parTransId="{6FA7AA5B-6B87-4204-9181-CA9CC2F1B381}" sibTransId="{0F7EAE72-AFBD-42FC-9932-F9C03DDD27CA}"/>
    <dgm:cxn modelId="{2F81F19C-9206-4941-8DE4-BF0A021E7939}" type="presParOf" srcId="{171CCE7F-CF5E-4711-8DE7-322F3667720C}" destId="{0E21C07C-29D6-4E7E-AC6F-CF50B6AE7ACA}" srcOrd="0" destOrd="0" presId="urn:microsoft.com/office/officeart/2018/2/layout/IconLabelList"/>
    <dgm:cxn modelId="{EF3BD960-9380-43C3-A28D-A8F8BA5EC19B}" type="presParOf" srcId="{0E21C07C-29D6-4E7E-AC6F-CF50B6AE7ACA}" destId="{B2EC20DB-7E6F-4B78-B344-1AC7C4729861}" srcOrd="0" destOrd="0" presId="urn:microsoft.com/office/officeart/2018/2/layout/IconLabelList"/>
    <dgm:cxn modelId="{BAB3A5BC-0F5A-4861-9FA7-687758AD89B8}" type="presParOf" srcId="{0E21C07C-29D6-4E7E-AC6F-CF50B6AE7ACA}" destId="{26B5D85A-33FC-4EF4-A282-39C39C164F79}" srcOrd="1" destOrd="0" presId="urn:microsoft.com/office/officeart/2018/2/layout/IconLabelList"/>
    <dgm:cxn modelId="{496C5D94-C8F5-4907-B58E-5BB9143EEA64}" type="presParOf" srcId="{0E21C07C-29D6-4E7E-AC6F-CF50B6AE7ACA}" destId="{2B04575D-5E69-4817-A3F6-8DF85C1A2EDF}" srcOrd="2" destOrd="0" presId="urn:microsoft.com/office/officeart/2018/2/layout/IconLabelList"/>
    <dgm:cxn modelId="{A039A621-5258-404E-B829-81D41AD1D0E2}" type="presParOf" srcId="{171CCE7F-CF5E-4711-8DE7-322F3667720C}" destId="{678C9A4F-B7E6-4D95-B9A6-6C0CE458E494}" srcOrd="1" destOrd="0" presId="urn:microsoft.com/office/officeart/2018/2/layout/IconLabelList"/>
    <dgm:cxn modelId="{0706D1E5-8CDE-4585-954C-1E0BC75A402B}" type="presParOf" srcId="{171CCE7F-CF5E-4711-8DE7-322F3667720C}" destId="{F9A986DF-B467-4B2E-B157-3B9508875015}" srcOrd="2" destOrd="0" presId="urn:microsoft.com/office/officeart/2018/2/layout/IconLabelList"/>
    <dgm:cxn modelId="{99A2280C-3956-49BB-AF27-B309552A0552}" type="presParOf" srcId="{F9A986DF-B467-4B2E-B157-3B9508875015}" destId="{26B05669-019D-43A8-9EC0-B9AEAC86A6F5}" srcOrd="0" destOrd="0" presId="urn:microsoft.com/office/officeart/2018/2/layout/IconLabelList"/>
    <dgm:cxn modelId="{44C14E7F-B1E3-4EF0-97C7-CAA8051DD3E3}" type="presParOf" srcId="{F9A986DF-B467-4B2E-B157-3B9508875015}" destId="{4B5517D0-4E77-40CF-982E-DCDB172DD0C0}" srcOrd="1" destOrd="0" presId="urn:microsoft.com/office/officeart/2018/2/layout/IconLabelList"/>
    <dgm:cxn modelId="{06B6FF11-69F5-417F-BBA6-6CF2AFB3E831}" type="presParOf" srcId="{F9A986DF-B467-4B2E-B157-3B9508875015}" destId="{E37DC99E-4641-4168-B98C-664C29B8C5FE}" srcOrd="2" destOrd="0" presId="urn:microsoft.com/office/officeart/2018/2/layout/IconLabelList"/>
    <dgm:cxn modelId="{B6A54881-2E61-41B1-861D-DC20C65B0653}" type="presParOf" srcId="{171CCE7F-CF5E-4711-8DE7-322F3667720C}" destId="{AAD1F990-B32C-4519-9C97-77BFB99CEAAB}" srcOrd="3" destOrd="0" presId="urn:microsoft.com/office/officeart/2018/2/layout/IconLabelList"/>
    <dgm:cxn modelId="{5A299E43-6D91-4CFA-BAFB-55378BCE5638}" type="presParOf" srcId="{171CCE7F-CF5E-4711-8DE7-322F3667720C}" destId="{3F5D5E9E-33D6-4FC0-80A1-5C4ED0D02444}" srcOrd="4" destOrd="0" presId="urn:microsoft.com/office/officeart/2018/2/layout/IconLabelList"/>
    <dgm:cxn modelId="{3B31B311-589C-4F60-8244-57373A2A7C84}" type="presParOf" srcId="{3F5D5E9E-33D6-4FC0-80A1-5C4ED0D02444}" destId="{2473A5B9-AC7F-4DFB-9FBB-EB582F46711A}" srcOrd="0" destOrd="0" presId="urn:microsoft.com/office/officeart/2018/2/layout/IconLabelList"/>
    <dgm:cxn modelId="{9B371257-1351-43D2-86E5-210EC6CB1D12}" type="presParOf" srcId="{3F5D5E9E-33D6-4FC0-80A1-5C4ED0D02444}" destId="{19FC32F3-7897-4496-AF3C-DA16202712C6}" srcOrd="1" destOrd="0" presId="urn:microsoft.com/office/officeart/2018/2/layout/IconLabelList"/>
    <dgm:cxn modelId="{500B6E61-3999-4D54-A091-725C48D98E72}" type="presParOf" srcId="{3F5D5E9E-33D6-4FC0-80A1-5C4ED0D02444}" destId="{F2D6E59D-C19F-4E6A-A43D-308268F87C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7E858F2-B745-4B95-9F44-6C999D01216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86BF0FC-5043-4532-8B44-793EB898A430}">
      <dgm:prSet/>
      <dgm:spPr/>
      <dgm:t>
        <a:bodyPr/>
        <a:lstStyle/>
        <a:p>
          <a:pPr>
            <a:defRPr cap="all"/>
          </a:pPr>
          <a:r>
            <a:rPr lang="en-US"/>
            <a:t>Class Diagram — Structure — Represents object relationships.</a:t>
          </a:r>
        </a:p>
      </dgm:t>
    </dgm:pt>
    <dgm:pt modelId="{A957FA48-6238-4A2A-BBBD-849EFDE8037F}" type="parTrans" cxnId="{2F2784B4-54E2-4985-8AEF-A9382CA7C7A6}">
      <dgm:prSet/>
      <dgm:spPr/>
      <dgm:t>
        <a:bodyPr/>
        <a:lstStyle/>
        <a:p>
          <a:endParaRPr lang="en-US"/>
        </a:p>
      </dgm:t>
    </dgm:pt>
    <dgm:pt modelId="{A899F4D3-7DDC-4E87-B4EA-C2F82D7A84A5}" type="sibTrans" cxnId="{2F2784B4-54E2-4985-8AEF-A9382CA7C7A6}">
      <dgm:prSet/>
      <dgm:spPr/>
      <dgm:t>
        <a:bodyPr/>
        <a:lstStyle/>
        <a:p>
          <a:endParaRPr lang="en-US"/>
        </a:p>
      </dgm:t>
    </dgm:pt>
    <dgm:pt modelId="{7AAFB6B0-7DE6-4BFA-8512-84FA303CF29D}">
      <dgm:prSet/>
      <dgm:spPr/>
      <dgm:t>
        <a:bodyPr/>
        <a:lstStyle/>
        <a:p>
          <a:pPr>
            <a:defRPr cap="all"/>
          </a:pPr>
          <a:r>
            <a:rPr lang="en-US"/>
            <a:t>Use Case Diagram — Functionality — Captures external interactions.</a:t>
          </a:r>
        </a:p>
      </dgm:t>
    </dgm:pt>
    <dgm:pt modelId="{228708EB-A293-48F1-BEE3-E065DDEBF02B}" type="parTrans" cxnId="{2838F7B6-F940-4A7F-8EE3-E26FDDD8FDED}">
      <dgm:prSet/>
      <dgm:spPr/>
      <dgm:t>
        <a:bodyPr/>
        <a:lstStyle/>
        <a:p>
          <a:endParaRPr lang="en-US"/>
        </a:p>
      </dgm:t>
    </dgm:pt>
    <dgm:pt modelId="{CEA9EC99-1659-4E58-BE97-710031709D50}" type="sibTrans" cxnId="{2838F7B6-F940-4A7F-8EE3-E26FDDD8FDED}">
      <dgm:prSet/>
      <dgm:spPr/>
      <dgm:t>
        <a:bodyPr/>
        <a:lstStyle/>
        <a:p>
          <a:endParaRPr lang="en-US"/>
        </a:p>
      </dgm:t>
    </dgm:pt>
    <dgm:pt modelId="{4CB504CA-EA98-401A-B798-27EDE7773E2E}">
      <dgm:prSet/>
      <dgm:spPr/>
      <dgm:t>
        <a:bodyPr/>
        <a:lstStyle/>
        <a:p>
          <a:pPr>
            <a:defRPr cap="all"/>
          </a:pPr>
          <a:r>
            <a:rPr lang="en-US"/>
            <a:t>Activity Diagram — Flow — Models dynamic behavior/workflows.</a:t>
          </a:r>
        </a:p>
      </dgm:t>
    </dgm:pt>
    <dgm:pt modelId="{41C9FEE6-13E7-4159-8CE9-AE04020D296F}" type="parTrans" cxnId="{2742DCC2-EB56-4E98-929A-34FFA25D382F}">
      <dgm:prSet/>
      <dgm:spPr/>
      <dgm:t>
        <a:bodyPr/>
        <a:lstStyle/>
        <a:p>
          <a:endParaRPr lang="en-US"/>
        </a:p>
      </dgm:t>
    </dgm:pt>
    <dgm:pt modelId="{775F24E5-0CE7-4279-BFD4-93BF67624BB4}" type="sibTrans" cxnId="{2742DCC2-EB56-4E98-929A-34FFA25D382F}">
      <dgm:prSet/>
      <dgm:spPr/>
      <dgm:t>
        <a:bodyPr/>
        <a:lstStyle/>
        <a:p>
          <a:endParaRPr lang="en-US"/>
        </a:p>
      </dgm:t>
    </dgm:pt>
    <dgm:pt modelId="{3149C5CC-20F8-4F4E-8002-F78AD9AEDFFE}">
      <dgm:prSet/>
      <dgm:spPr/>
      <dgm:t>
        <a:bodyPr/>
        <a:lstStyle/>
        <a:p>
          <a:pPr>
            <a:defRPr cap="all"/>
          </a:pPr>
          <a:r>
            <a:rPr lang="en-US"/>
            <a:t>Sequence Diagram — Interaction — Shows time-ordered messages.</a:t>
          </a:r>
        </a:p>
      </dgm:t>
    </dgm:pt>
    <dgm:pt modelId="{BE9B9BE1-1B30-4553-9B7E-D635C67C1999}" type="parTrans" cxnId="{9513F7F9-5B88-4BA4-89D4-B44B7022BF3A}">
      <dgm:prSet/>
      <dgm:spPr/>
      <dgm:t>
        <a:bodyPr/>
        <a:lstStyle/>
        <a:p>
          <a:endParaRPr lang="en-US"/>
        </a:p>
      </dgm:t>
    </dgm:pt>
    <dgm:pt modelId="{45E4B6EA-3EDB-4C8F-AB27-40A9B134BADE}" type="sibTrans" cxnId="{9513F7F9-5B88-4BA4-89D4-B44B7022BF3A}">
      <dgm:prSet/>
      <dgm:spPr/>
      <dgm:t>
        <a:bodyPr/>
        <a:lstStyle/>
        <a:p>
          <a:endParaRPr lang="en-US"/>
        </a:p>
      </dgm:t>
    </dgm:pt>
    <dgm:pt modelId="{09BD3196-9C93-420B-AB3F-12E3CDCBBAAD}" type="pres">
      <dgm:prSet presAssocID="{07E858F2-B745-4B95-9F44-6C999D01216C}" presName="root" presStyleCnt="0">
        <dgm:presLayoutVars>
          <dgm:dir/>
          <dgm:resizeHandles val="exact"/>
        </dgm:presLayoutVars>
      </dgm:prSet>
      <dgm:spPr/>
    </dgm:pt>
    <dgm:pt modelId="{CEF63549-508A-45F3-A3FE-844BB5BF7358}" type="pres">
      <dgm:prSet presAssocID="{986BF0FC-5043-4532-8B44-793EB898A430}" presName="compNode" presStyleCnt="0"/>
      <dgm:spPr/>
    </dgm:pt>
    <dgm:pt modelId="{D45CD625-678F-4B4A-9C36-BB35A9D3D4FC}" type="pres">
      <dgm:prSet presAssocID="{986BF0FC-5043-4532-8B44-793EB898A430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F6C2A5C-7C32-4287-BA3F-EA88BE6D2337}" type="pres">
      <dgm:prSet presAssocID="{986BF0FC-5043-4532-8B44-793EB898A43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Lines"/>
        </a:ext>
      </dgm:extLst>
    </dgm:pt>
    <dgm:pt modelId="{2EFDD7FC-F315-4B2E-967E-EB344B13DCF2}" type="pres">
      <dgm:prSet presAssocID="{986BF0FC-5043-4532-8B44-793EB898A430}" presName="spaceRect" presStyleCnt="0"/>
      <dgm:spPr/>
    </dgm:pt>
    <dgm:pt modelId="{3A6F2F25-3A7A-451A-A838-A600CCF1FC27}" type="pres">
      <dgm:prSet presAssocID="{986BF0FC-5043-4532-8B44-793EB898A430}" presName="textRect" presStyleLbl="revTx" presStyleIdx="0" presStyleCnt="4">
        <dgm:presLayoutVars>
          <dgm:chMax val="1"/>
          <dgm:chPref val="1"/>
        </dgm:presLayoutVars>
      </dgm:prSet>
      <dgm:spPr/>
    </dgm:pt>
    <dgm:pt modelId="{8F8F0FCC-2215-4BE8-B335-F8B6E86FDC0D}" type="pres">
      <dgm:prSet presAssocID="{A899F4D3-7DDC-4E87-B4EA-C2F82D7A84A5}" presName="sibTrans" presStyleCnt="0"/>
      <dgm:spPr/>
    </dgm:pt>
    <dgm:pt modelId="{17E82047-AF56-4B0F-AC17-DE27C0381666}" type="pres">
      <dgm:prSet presAssocID="{7AAFB6B0-7DE6-4BFA-8512-84FA303CF29D}" presName="compNode" presStyleCnt="0"/>
      <dgm:spPr/>
    </dgm:pt>
    <dgm:pt modelId="{9BB79DDA-47D6-46ED-A344-4FCA44A453BD}" type="pres">
      <dgm:prSet presAssocID="{7AAFB6B0-7DE6-4BFA-8512-84FA303CF29D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770DCC4-E165-4C1B-B4BD-83FF495D344E}" type="pres">
      <dgm:prSet presAssocID="{7AAFB6B0-7DE6-4BFA-8512-84FA303CF29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D9408A4A-4681-4C19-878F-C540705069EB}" type="pres">
      <dgm:prSet presAssocID="{7AAFB6B0-7DE6-4BFA-8512-84FA303CF29D}" presName="spaceRect" presStyleCnt="0"/>
      <dgm:spPr/>
    </dgm:pt>
    <dgm:pt modelId="{E46F7D68-43BB-4075-A3CE-CA62F0494A97}" type="pres">
      <dgm:prSet presAssocID="{7AAFB6B0-7DE6-4BFA-8512-84FA303CF29D}" presName="textRect" presStyleLbl="revTx" presStyleIdx="1" presStyleCnt="4">
        <dgm:presLayoutVars>
          <dgm:chMax val="1"/>
          <dgm:chPref val="1"/>
        </dgm:presLayoutVars>
      </dgm:prSet>
      <dgm:spPr/>
    </dgm:pt>
    <dgm:pt modelId="{398683F8-D267-4A3F-9126-E2E69E4A31C1}" type="pres">
      <dgm:prSet presAssocID="{CEA9EC99-1659-4E58-BE97-710031709D50}" presName="sibTrans" presStyleCnt="0"/>
      <dgm:spPr/>
    </dgm:pt>
    <dgm:pt modelId="{92D89966-CA5F-417C-9766-602C346DAB61}" type="pres">
      <dgm:prSet presAssocID="{4CB504CA-EA98-401A-B798-27EDE7773E2E}" presName="compNode" presStyleCnt="0"/>
      <dgm:spPr/>
    </dgm:pt>
    <dgm:pt modelId="{03641D83-766A-47EF-8815-8652035A300C}" type="pres">
      <dgm:prSet presAssocID="{4CB504CA-EA98-401A-B798-27EDE7773E2E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62B05FA-CEE0-4431-AA3C-21ACEC6F445E}" type="pres">
      <dgm:prSet presAssocID="{4CB504CA-EA98-401A-B798-27EDE7773E2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A1031D04-7DC8-44CB-BE01-52B0434860B3}" type="pres">
      <dgm:prSet presAssocID="{4CB504CA-EA98-401A-B798-27EDE7773E2E}" presName="spaceRect" presStyleCnt="0"/>
      <dgm:spPr/>
    </dgm:pt>
    <dgm:pt modelId="{9C185DB0-46AE-4EC0-8537-9B0E817F3158}" type="pres">
      <dgm:prSet presAssocID="{4CB504CA-EA98-401A-B798-27EDE7773E2E}" presName="textRect" presStyleLbl="revTx" presStyleIdx="2" presStyleCnt="4">
        <dgm:presLayoutVars>
          <dgm:chMax val="1"/>
          <dgm:chPref val="1"/>
        </dgm:presLayoutVars>
      </dgm:prSet>
      <dgm:spPr/>
    </dgm:pt>
    <dgm:pt modelId="{B237B0B6-B6D1-4F2B-92DB-D846257FC652}" type="pres">
      <dgm:prSet presAssocID="{775F24E5-0CE7-4279-BFD4-93BF67624BB4}" presName="sibTrans" presStyleCnt="0"/>
      <dgm:spPr/>
    </dgm:pt>
    <dgm:pt modelId="{D42AC258-94B1-449D-A899-B2053EDF77B0}" type="pres">
      <dgm:prSet presAssocID="{3149C5CC-20F8-4F4E-8002-F78AD9AEDFFE}" presName="compNode" presStyleCnt="0"/>
      <dgm:spPr/>
    </dgm:pt>
    <dgm:pt modelId="{EE1AF15B-B92C-4AE9-95BA-3F6CF39DFA89}" type="pres">
      <dgm:prSet presAssocID="{3149C5CC-20F8-4F4E-8002-F78AD9AEDFFE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85928E8-5C08-413F-A24C-8848AE2A2C46}" type="pres">
      <dgm:prSet presAssocID="{3149C5CC-20F8-4F4E-8002-F78AD9AEDFF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DF1FBDD6-8FEC-4B62-85F4-A74FC98FF3C3}" type="pres">
      <dgm:prSet presAssocID="{3149C5CC-20F8-4F4E-8002-F78AD9AEDFFE}" presName="spaceRect" presStyleCnt="0"/>
      <dgm:spPr/>
    </dgm:pt>
    <dgm:pt modelId="{AE525A5D-CFAF-4381-8338-D25A0F7C0CCC}" type="pres">
      <dgm:prSet presAssocID="{3149C5CC-20F8-4F4E-8002-F78AD9AEDFF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307FF0E-FF93-41AB-98AD-EDA9A9449E95}" type="presOf" srcId="{3149C5CC-20F8-4F4E-8002-F78AD9AEDFFE}" destId="{AE525A5D-CFAF-4381-8338-D25A0F7C0CCC}" srcOrd="0" destOrd="0" presId="urn:microsoft.com/office/officeart/2018/5/layout/IconLeafLabelList"/>
    <dgm:cxn modelId="{D1E8C67F-00A6-47A2-98FD-A25AB7BB459A}" type="presOf" srcId="{4CB504CA-EA98-401A-B798-27EDE7773E2E}" destId="{9C185DB0-46AE-4EC0-8537-9B0E817F3158}" srcOrd="0" destOrd="0" presId="urn:microsoft.com/office/officeart/2018/5/layout/IconLeafLabelList"/>
    <dgm:cxn modelId="{2274FCA7-9FA9-4F6D-A315-6C642FC50849}" type="presOf" srcId="{07E858F2-B745-4B95-9F44-6C999D01216C}" destId="{09BD3196-9C93-420B-AB3F-12E3CDCBBAAD}" srcOrd="0" destOrd="0" presId="urn:microsoft.com/office/officeart/2018/5/layout/IconLeafLabelList"/>
    <dgm:cxn modelId="{2F2784B4-54E2-4985-8AEF-A9382CA7C7A6}" srcId="{07E858F2-B745-4B95-9F44-6C999D01216C}" destId="{986BF0FC-5043-4532-8B44-793EB898A430}" srcOrd="0" destOrd="0" parTransId="{A957FA48-6238-4A2A-BBBD-849EFDE8037F}" sibTransId="{A899F4D3-7DDC-4E87-B4EA-C2F82D7A84A5}"/>
    <dgm:cxn modelId="{2838F7B6-F940-4A7F-8EE3-E26FDDD8FDED}" srcId="{07E858F2-B745-4B95-9F44-6C999D01216C}" destId="{7AAFB6B0-7DE6-4BFA-8512-84FA303CF29D}" srcOrd="1" destOrd="0" parTransId="{228708EB-A293-48F1-BEE3-E065DDEBF02B}" sibTransId="{CEA9EC99-1659-4E58-BE97-710031709D50}"/>
    <dgm:cxn modelId="{2742DCC2-EB56-4E98-929A-34FFA25D382F}" srcId="{07E858F2-B745-4B95-9F44-6C999D01216C}" destId="{4CB504CA-EA98-401A-B798-27EDE7773E2E}" srcOrd="2" destOrd="0" parTransId="{41C9FEE6-13E7-4159-8CE9-AE04020D296F}" sibTransId="{775F24E5-0CE7-4279-BFD4-93BF67624BB4}"/>
    <dgm:cxn modelId="{761B9DC7-E551-4DAF-88CD-1EB5394BA947}" type="presOf" srcId="{7AAFB6B0-7DE6-4BFA-8512-84FA303CF29D}" destId="{E46F7D68-43BB-4075-A3CE-CA62F0494A97}" srcOrd="0" destOrd="0" presId="urn:microsoft.com/office/officeart/2018/5/layout/IconLeafLabelList"/>
    <dgm:cxn modelId="{34E4A1D6-0582-4C60-9D2E-2A19E0FDB622}" type="presOf" srcId="{986BF0FC-5043-4532-8B44-793EB898A430}" destId="{3A6F2F25-3A7A-451A-A838-A600CCF1FC27}" srcOrd="0" destOrd="0" presId="urn:microsoft.com/office/officeart/2018/5/layout/IconLeafLabelList"/>
    <dgm:cxn modelId="{9513F7F9-5B88-4BA4-89D4-B44B7022BF3A}" srcId="{07E858F2-B745-4B95-9F44-6C999D01216C}" destId="{3149C5CC-20F8-4F4E-8002-F78AD9AEDFFE}" srcOrd="3" destOrd="0" parTransId="{BE9B9BE1-1B30-4553-9B7E-D635C67C1999}" sibTransId="{45E4B6EA-3EDB-4C8F-AB27-40A9B134BADE}"/>
    <dgm:cxn modelId="{CACB16FE-C881-408C-920E-54A708961A5D}" type="presParOf" srcId="{09BD3196-9C93-420B-AB3F-12E3CDCBBAAD}" destId="{CEF63549-508A-45F3-A3FE-844BB5BF7358}" srcOrd="0" destOrd="0" presId="urn:microsoft.com/office/officeart/2018/5/layout/IconLeafLabelList"/>
    <dgm:cxn modelId="{CAEC1DC8-CFF7-473B-AD07-562CEE2B7BA8}" type="presParOf" srcId="{CEF63549-508A-45F3-A3FE-844BB5BF7358}" destId="{D45CD625-678F-4B4A-9C36-BB35A9D3D4FC}" srcOrd="0" destOrd="0" presId="urn:microsoft.com/office/officeart/2018/5/layout/IconLeafLabelList"/>
    <dgm:cxn modelId="{8BFED204-E451-40EA-A7AC-0EFB92B8ED1E}" type="presParOf" srcId="{CEF63549-508A-45F3-A3FE-844BB5BF7358}" destId="{CF6C2A5C-7C32-4287-BA3F-EA88BE6D2337}" srcOrd="1" destOrd="0" presId="urn:microsoft.com/office/officeart/2018/5/layout/IconLeafLabelList"/>
    <dgm:cxn modelId="{E82D3A39-39DB-4EA2-BEEE-33A44E47E22B}" type="presParOf" srcId="{CEF63549-508A-45F3-A3FE-844BB5BF7358}" destId="{2EFDD7FC-F315-4B2E-967E-EB344B13DCF2}" srcOrd="2" destOrd="0" presId="urn:microsoft.com/office/officeart/2018/5/layout/IconLeafLabelList"/>
    <dgm:cxn modelId="{E242719A-5339-454F-88DB-D23B082B4B3C}" type="presParOf" srcId="{CEF63549-508A-45F3-A3FE-844BB5BF7358}" destId="{3A6F2F25-3A7A-451A-A838-A600CCF1FC27}" srcOrd="3" destOrd="0" presId="urn:microsoft.com/office/officeart/2018/5/layout/IconLeafLabelList"/>
    <dgm:cxn modelId="{33AEEF5F-2EF5-48D7-B0D6-E4DC542EE083}" type="presParOf" srcId="{09BD3196-9C93-420B-AB3F-12E3CDCBBAAD}" destId="{8F8F0FCC-2215-4BE8-B335-F8B6E86FDC0D}" srcOrd="1" destOrd="0" presId="urn:microsoft.com/office/officeart/2018/5/layout/IconLeafLabelList"/>
    <dgm:cxn modelId="{6128604A-72D9-4CD0-84FD-DDFA30A79CC7}" type="presParOf" srcId="{09BD3196-9C93-420B-AB3F-12E3CDCBBAAD}" destId="{17E82047-AF56-4B0F-AC17-DE27C0381666}" srcOrd="2" destOrd="0" presId="urn:microsoft.com/office/officeart/2018/5/layout/IconLeafLabelList"/>
    <dgm:cxn modelId="{14C4C94B-4E41-4101-8A16-32D40BA26F30}" type="presParOf" srcId="{17E82047-AF56-4B0F-AC17-DE27C0381666}" destId="{9BB79DDA-47D6-46ED-A344-4FCA44A453BD}" srcOrd="0" destOrd="0" presId="urn:microsoft.com/office/officeart/2018/5/layout/IconLeafLabelList"/>
    <dgm:cxn modelId="{79E22769-BACF-4F6C-826F-D9439035D002}" type="presParOf" srcId="{17E82047-AF56-4B0F-AC17-DE27C0381666}" destId="{8770DCC4-E165-4C1B-B4BD-83FF495D344E}" srcOrd="1" destOrd="0" presId="urn:microsoft.com/office/officeart/2018/5/layout/IconLeafLabelList"/>
    <dgm:cxn modelId="{CC06249E-2C5D-41FF-B169-EDA0D222504C}" type="presParOf" srcId="{17E82047-AF56-4B0F-AC17-DE27C0381666}" destId="{D9408A4A-4681-4C19-878F-C540705069EB}" srcOrd="2" destOrd="0" presId="urn:microsoft.com/office/officeart/2018/5/layout/IconLeafLabelList"/>
    <dgm:cxn modelId="{67191813-5D1A-4FDB-9A04-765F10DF8A0B}" type="presParOf" srcId="{17E82047-AF56-4B0F-AC17-DE27C0381666}" destId="{E46F7D68-43BB-4075-A3CE-CA62F0494A97}" srcOrd="3" destOrd="0" presId="urn:microsoft.com/office/officeart/2018/5/layout/IconLeafLabelList"/>
    <dgm:cxn modelId="{33C8E23B-4921-42E6-848A-B12EE0BC2942}" type="presParOf" srcId="{09BD3196-9C93-420B-AB3F-12E3CDCBBAAD}" destId="{398683F8-D267-4A3F-9126-E2E69E4A31C1}" srcOrd="3" destOrd="0" presId="urn:microsoft.com/office/officeart/2018/5/layout/IconLeafLabelList"/>
    <dgm:cxn modelId="{3826AB63-2170-468B-B040-6AB608A834BA}" type="presParOf" srcId="{09BD3196-9C93-420B-AB3F-12E3CDCBBAAD}" destId="{92D89966-CA5F-417C-9766-602C346DAB61}" srcOrd="4" destOrd="0" presId="urn:microsoft.com/office/officeart/2018/5/layout/IconLeafLabelList"/>
    <dgm:cxn modelId="{0F24FB10-2685-49DC-9743-8C23F818C9FE}" type="presParOf" srcId="{92D89966-CA5F-417C-9766-602C346DAB61}" destId="{03641D83-766A-47EF-8815-8652035A300C}" srcOrd="0" destOrd="0" presId="urn:microsoft.com/office/officeart/2018/5/layout/IconLeafLabelList"/>
    <dgm:cxn modelId="{3AF06E0A-AB27-40DC-B83D-5E69D7AFE705}" type="presParOf" srcId="{92D89966-CA5F-417C-9766-602C346DAB61}" destId="{362B05FA-CEE0-4431-AA3C-21ACEC6F445E}" srcOrd="1" destOrd="0" presId="urn:microsoft.com/office/officeart/2018/5/layout/IconLeafLabelList"/>
    <dgm:cxn modelId="{51038F4F-6F00-41F2-B7B3-68A48E97EFC3}" type="presParOf" srcId="{92D89966-CA5F-417C-9766-602C346DAB61}" destId="{A1031D04-7DC8-44CB-BE01-52B0434860B3}" srcOrd="2" destOrd="0" presId="urn:microsoft.com/office/officeart/2018/5/layout/IconLeafLabelList"/>
    <dgm:cxn modelId="{EAAF9E1C-6A40-4A34-ABEE-2723520A5FBB}" type="presParOf" srcId="{92D89966-CA5F-417C-9766-602C346DAB61}" destId="{9C185DB0-46AE-4EC0-8537-9B0E817F3158}" srcOrd="3" destOrd="0" presId="urn:microsoft.com/office/officeart/2018/5/layout/IconLeafLabelList"/>
    <dgm:cxn modelId="{7BF66836-1B36-4784-9F87-ED9158D0674B}" type="presParOf" srcId="{09BD3196-9C93-420B-AB3F-12E3CDCBBAAD}" destId="{B237B0B6-B6D1-4F2B-92DB-D846257FC652}" srcOrd="5" destOrd="0" presId="urn:microsoft.com/office/officeart/2018/5/layout/IconLeafLabelList"/>
    <dgm:cxn modelId="{BD46D79D-A130-4B5F-908C-0277F8C82A68}" type="presParOf" srcId="{09BD3196-9C93-420B-AB3F-12E3CDCBBAAD}" destId="{D42AC258-94B1-449D-A899-B2053EDF77B0}" srcOrd="6" destOrd="0" presId="urn:microsoft.com/office/officeart/2018/5/layout/IconLeafLabelList"/>
    <dgm:cxn modelId="{AE4EA750-FA39-46BC-A692-C66BDFAF9826}" type="presParOf" srcId="{D42AC258-94B1-449D-A899-B2053EDF77B0}" destId="{EE1AF15B-B92C-4AE9-95BA-3F6CF39DFA89}" srcOrd="0" destOrd="0" presId="urn:microsoft.com/office/officeart/2018/5/layout/IconLeafLabelList"/>
    <dgm:cxn modelId="{D8A4332E-8525-4E60-886F-A6CC93A548D5}" type="presParOf" srcId="{D42AC258-94B1-449D-A899-B2053EDF77B0}" destId="{485928E8-5C08-413F-A24C-8848AE2A2C46}" srcOrd="1" destOrd="0" presId="urn:microsoft.com/office/officeart/2018/5/layout/IconLeafLabelList"/>
    <dgm:cxn modelId="{59C01E64-EC28-41D6-9ECA-8D405FD60961}" type="presParOf" srcId="{D42AC258-94B1-449D-A899-B2053EDF77B0}" destId="{DF1FBDD6-8FEC-4B62-85F4-A74FC98FF3C3}" srcOrd="2" destOrd="0" presId="urn:microsoft.com/office/officeart/2018/5/layout/IconLeafLabelList"/>
    <dgm:cxn modelId="{E5DF8B4D-86A1-49FE-86A6-7766A2C5B5D5}" type="presParOf" srcId="{D42AC258-94B1-449D-A899-B2053EDF77B0}" destId="{AE525A5D-CFAF-4381-8338-D25A0F7C0CC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F802843-8E99-4F74-898C-4C2712C08F9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FB2D86B-DEEE-4295-ABED-C329E98AC645}">
      <dgm:prSet/>
      <dgm:spPr/>
      <dgm:t>
        <a:bodyPr/>
        <a:lstStyle/>
        <a:p>
          <a:pPr>
            <a:defRPr cap="all"/>
          </a:pPr>
          <a:r>
            <a:rPr lang="en-US"/>
            <a:t>UML bridges conceptual and implementation design.</a:t>
          </a:r>
        </a:p>
      </dgm:t>
    </dgm:pt>
    <dgm:pt modelId="{F92275BD-FE26-465B-8CEC-6E1998C073A7}" type="parTrans" cxnId="{2B639044-DA00-4411-B50A-C32DA3D2072A}">
      <dgm:prSet/>
      <dgm:spPr/>
      <dgm:t>
        <a:bodyPr/>
        <a:lstStyle/>
        <a:p>
          <a:endParaRPr lang="en-US"/>
        </a:p>
      </dgm:t>
    </dgm:pt>
    <dgm:pt modelId="{F16B9609-50E7-44C7-985F-BEA001710571}" type="sibTrans" cxnId="{2B639044-DA00-4411-B50A-C32DA3D2072A}">
      <dgm:prSet/>
      <dgm:spPr/>
      <dgm:t>
        <a:bodyPr/>
        <a:lstStyle/>
        <a:p>
          <a:endParaRPr lang="en-US"/>
        </a:p>
      </dgm:t>
    </dgm:pt>
    <dgm:pt modelId="{F140AF43-DF0F-4245-9DC3-D3B736962B00}">
      <dgm:prSet/>
      <dgm:spPr/>
      <dgm:t>
        <a:bodyPr/>
        <a:lstStyle/>
        <a:p>
          <a:pPr>
            <a:defRPr cap="all"/>
          </a:pPr>
          <a:r>
            <a:rPr lang="en-US"/>
            <a:t>Key takeaway: choose diagram type based on the design question.</a:t>
          </a:r>
        </a:p>
      </dgm:t>
    </dgm:pt>
    <dgm:pt modelId="{BA2BD0E8-5F4D-4066-9EB9-1ADF8A726B7C}" type="parTrans" cxnId="{6AD4A418-009E-49D7-8420-460F05B91561}">
      <dgm:prSet/>
      <dgm:spPr/>
      <dgm:t>
        <a:bodyPr/>
        <a:lstStyle/>
        <a:p>
          <a:endParaRPr lang="en-US"/>
        </a:p>
      </dgm:t>
    </dgm:pt>
    <dgm:pt modelId="{03F63C34-99FF-4A1E-A6B2-70434C0A1BD4}" type="sibTrans" cxnId="{6AD4A418-009E-49D7-8420-460F05B91561}">
      <dgm:prSet/>
      <dgm:spPr/>
      <dgm:t>
        <a:bodyPr/>
        <a:lstStyle/>
        <a:p>
          <a:endParaRPr lang="en-US"/>
        </a:p>
      </dgm:t>
    </dgm:pt>
    <dgm:pt modelId="{A358F1A3-B76D-4978-9428-9904328BA33C}">
      <dgm:prSet/>
      <dgm:spPr/>
      <dgm:t>
        <a:bodyPr/>
        <a:lstStyle/>
        <a:p>
          <a:pPr>
            <a:defRPr cap="all"/>
          </a:pPr>
          <a:r>
            <a:rPr lang="en-US"/>
            <a:t>UML : Foundation for applying Design Patterns.</a:t>
          </a:r>
        </a:p>
      </dgm:t>
    </dgm:pt>
    <dgm:pt modelId="{EAA1C468-0DF0-4CBA-AA3A-363CA27268D7}" type="parTrans" cxnId="{B6D594B0-F1AA-4806-BAAD-92EC6F7A2849}">
      <dgm:prSet/>
      <dgm:spPr/>
      <dgm:t>
        <a:bodyPr/>
        <a:lstStyle/>
        <a:p>
          <a:endParaRPr lang="en-US"/>
        </a:p>
      </dgm:t>
    </dgm:pt>
    <dgm:pt modelId="{680D0605-A008-44E7-A9AA-5F66C149DEC1}" type="sibTrans" cxnId="{B6D594B0-F1AA-4806-BAAD-92EC6F7A2849}">
      <dgm:prSet/>
      <dgm:spPr/>
      <dgm:t>
        <a:bodyPr/>
        <a:lstStyle/>
        <a:p>
          <a:endParaRPr lang="en-US"/>
        </a:p>
      </dgm:t>
    </dgm:pt>
    <dgm:pt modelId="{3A0EE949-9DAD-4250-9A2D-3380908A6C46}" type="pres">
      <dgm:prSet presAssocID="{9F802843-8E99-4F74-898C-4C2712C08F92}" presName="root" presStyleCnt="0">
        <dgm:presLayoutVars>
          <dgm:dir/>
          <dgm:resizeHandles val="exact"/>
        </dgm:presLayoutVars>
      </dgm:prSet>
      <dgm:spPr/>
    </dgm:pt>
    <dgm:pt modelId="{9F8202DC-A0D8-4F2C-A33F-C842C847D283}" type="pres">
      <dgm:prSet presAssocID="{8FB2D86B-DEEE-4295-ABED-C329E98AC645}" presName="compNode" presStyleCnt="0"/>
      <dgm:spPr/>
    </dgm:pt>
    <dgm:pt modelId="{A8927D40-89A5-4834-8337-ABAD358E8DBC}" type="pres">
      <dgm:prSet presAssocID="{8FB2D86B-DEEE-4295-ABED-C329E98AC64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D00C20A-4497-47E8-B7B2-22E8E59BD6AB}" type="pres">
      <dgm:prSet presAssocID="{8FB2D86B-DEEE-4295-ABED-C329E98AC64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8E35BC1B-4A6A-4DB0-8938-FC6A97DE0D32}" type="pres">
      <dgm:prSet presAssocID="{8FB2D86B-DEEE-4295-ABED-C329E98AC645}" presName="spaceRect" presStyleCnt="0"/>
      <dgm:spPr/>
    </dgm:pt>
    <dgm:pt modelId="{DC5EB005-B3EE-4FA7-BBD3-075E5E3930E9}" type="pres">
      <dgm:prSet presAssocID="{8FB2D86B-DEEE-4295-ABED-C329E98AC645}" presName="textRect" presStyleLbl="revTx" presStyleIdx="0" presStyleCnt="3">
        <dgm:presLayoutVars>
          <dgm:chMax val="1"/>
          <dgm:chPref val="1"/>
        </dgm:presLayoutVars>
      </dgm:prSet>
      <dgm:spPr/>
    </dgm:pt>
    <dgm:pt modelId="{844253FE-70DD-41AD-ACAA-6F6DA6E24CE9}" type="pres">
      <dgm:prSet presAssocID="{F16B9609-50E7-44C7-985F-BEA001710571}" presName="sibTrans" presStyleCnt="0"/>
      <dgm:spPr/>
    </dgm:pt>
    <dgm:pt modelId="{57A90C5D-B81D-4B67-91C1-C146422CB4CD}" type="pres">
      <dgm:prSet presAssocID="{F140AF43-DF0F-4245-9DC3-D3B736962B00}" presName="compNode" presStyleCnt="0"/>
      <dgm:spPr/>
    </dgm:pt>
    <dgm:pt modelId="{E23EDE16-D4B8-4B6F-9E01-2B45599991DC}" type="pres">
      <dgm:prSet presAssocID="{F140AF43-DF0F-4245-9DC3-D3B736962B00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924FADA-34E4-4456-8262-23DC4A9D6958}" type="pres">
      <dgm:prSet presAssocID="{F140AF43-DF0F-4245-9DC3-D3B736962B0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939201D3-0D2A-4D6F-B552-060E4A9B0701}" type="pres">
      <dgm:prSet presAssocID="{F140AF43-DF0F-4245-9DC3-D3B736962B00}" presName="spaceRect" presStyleCnt="0"/>
      <dgm:spPr/>
    </dgm:pt>
    <dgm:pt modelId="{6E42D86B-7B39-44B0-AAE6-588A853152A1}" type="pres">
      <dgm:prSet presAssocID="{F140AF43-DF0F-4245-9DC3-D3B736962B00}" presName="textRect" presStyleLbl="revTx" presStyleIdx="1" presStyleCnt="3">
        <dgm:presLayoutVars>
          <dgm:chMax val="1"/>
          <dgm:chPref val="1"/>
        </dgm:presLayoutVars>
      </dgm:prSet>
      <dgm:spPr/>
    </dgm:pt>
    <dgm:pt modelId="{71CD14A5-523B-4DC9-B618-F27FA15CAA1E}" type="pres">
      <dgm:prSet presAssocID="{03F63C34-99FF-4A1E-A6B2-70434C0A1BD4}" presName="sibTrans" presStyleCnt="0"/>
      <dgm:spPr/>
    </dgm:pt>
    <dgm:pt modelId="{CCC79478-12F3-4AA5-B841-5F834741A267}" type="pres">
      <dgm:prSet presAssocID="{A358F1A3-B76D-4978-9428-9904328BA33C}" presName="compNode" presStyleCnt="0"/>
      <dgm:spPr/>
    </dgm:pt>
    <dgm:pt modelId="{9D444D9F-7F47-407E-AE26-D2B7D14A3CD1}" type="pres">
      <dgm:prSet presAssocID="{A358F1A3-B76D-4978-9428-9904328BA33C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6EC29BE-A5F5-4770-8174-C7575C710428}" type="pres">
      <dgm:prSet presAssocID="{A358F1A3-B76D-4978-9428-9904328BA3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853F5E8F-5A5B-494A-892A-2B2D3705E6A0}" type="pres">
      <dgm:prSet presAssocID="{A358F1A3-B76D-4978-9428-9904328BA33C}" presName="spaceRect" presStyleCnt="0"/>
      <dgm:spPr/>
    </dgm:pt>
    <dgm:pt modelId="{35F306B1-39A3-40F4-B4AA-5570E3E61DB4}" type="pres">
      <dgm:prSet presAssocID="{A358F1A3-B76D-4978-9428-9904328BA33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AD4A418-009E-49D7-8420-460F05B91561}" srcId="{9F802843-8E99-4F74-898C-4C2712C08F92}" destId="{F140AF43-DF0F-4245-9DC3-D3B736962B00}" srcOrd="1" destOrd="0" parTransId="{BA2BD0E8-5F4D-4066-9EB9-1ADF8A726B7C}" sibTransId="{03F63C34-99FF-4A1E-A6B2-70434C0A1BD4}"/>
    <dgm:cxn modelId="{2B639044-DA00-4411-B50A-C32DA3D2072A}" srcId="{9F802843-8E99-4F74-898C-4C2712C08F92}" destId="{8FB2D86B-DEEE-4295-ABED-C329E98AC645}" srcOrd="0" destOrd="0" parTransId="{F92275BD-FE26-465B-8CEC-6E1998C073A7}" sibTransId="{F16B9609-50E7-44C7-985F-BEA001710571}"/>
    <dgm:cxn modelId="{20886F7E-09B6-42B4-8617-FBB55CC1F57E}" type="presOf" srcId="{F140AF43-DF0F-4245-9DC3-D3B736962B00}" destId="{6E42D86B-7B39-44B0-AAE6-588A853152A1}" srcOrd="0" destOrd="0" presId="urn:microsoft.com/office/officeart/2018/5/layout/IconLeafLabelList"/>
    <dgm:cxn modelId="{99B2F4A0-D78A-454C-BF8A-9F916DC0FC5A}" type="presOf" srcId="{A358F1A3-B76D-4978-9428-9904328BA33C}" destId="{35F306B1-39A3-40F4-B4AA-5570E3E61DB4}" srcOrd="0" destOrd="0" presId="urn:microsoft.com/office/officeart/2018/5/layout/IconLeafLabelList"/>
    <dgm:cxn modelId="{B6D594B0-F1AA-4806-BAAD-92EC6F7A2849}" srcId="{9F802843-8E99-4F74-898C-4C2712C08F92}" destId="{A358F1A3-B76D-4978-9428-9904328BA33C}" srcOrd="2" destOrd="0" parTransId="{EAA1C468-0DF0-4CBA-AA3A-363CA27268D7}" sibTransId="{680D0605-A008-44E7-A9AA-5F66C149DEC1}"/>
    <dgm:cxn modelId="{5776F0CA-632C-4128-BDAA-0C12F7B1B80F}" type="presOf" srcId="{9F802843-8E99-4F74-898C-4C2712C08F92}" destId="{3A0EE949-9DAD-4250-9A2D-3380908A6C46}" srcOrd="0" destOrd="0" presId="urn:microsoft.com/office/officeart/2018/5/layout/IconLeafLabelList"/>
    <dgm:cxn modelId="{70E7E1CB-0546-4CF9-A42B-156E378413F2}" type="presOf" srcId="{8FB2D86B-DEEE-4295-ABED-C329E98AC645}" destId="{DC5EB005-B3EE-4FA7-BBD3-075E5E3930E9}" srcOrd="0" destOrd="0" presId="urn:microsoft.com/office/officeart/2018/5/layout/IconLeafLabelList"/>
    <dgm:cxn modelId="{21550EE8-938F-49E1-8513-433533C7B878}" type="presParOf" srcId="{3A0EE949-9DAD-4250-9A2D-3380908A6C46}" destId="{9F8202DC-A0D8-4F2C-A33F-C842C847D283}" srcOrd="0" destOrd="0" presId="urn:microsoft.com/office/officeart/2018/5/layout/IconLeafLabelList"/>
    <dgm:cxn modelId="{A0C14855-BBDC-484B-86D5-5C1808EDCFC6}" type="presParOf" srcId="{9F8202DC-A0D8-4F2C-A33F-C842C847D283}" destId="{A8927D40-89A5-4834-8337-ABAD358E8DBC}" srcOrd="0" destOrd="0" presId="urn:microsoft.com/office/officeart/2018/5/layout/IconLeafLabelList"/>
    <dgm:cxn modelId="{8FC80882-36EE-4AA6-87F6-B23A01A4EA66}" type="presParOf" srcId="{9F8202DC-A0D8-4F2C-A33F-C842C847D283}" destId="{BD00C20A-4497-47E8-B7B2-22E8E59BD6AB}" srcOrd="1" destOrd="0" presId="urn:microsoft.com/office/officeart/2018/5/layout/IconLeafLabelList"/>
    <dgm:cxn modelId="{F79EE8E6-4E5B-4D63-8271-CADAF2035BDA}" type="presParOf" srcId="{9F8202DC-A0D8-4F2C-A33F-C842C847D283}" destId="{8E35BC1B-4A6A-4DB0-8938-FC6A97DE0D32}" srcOrd="2" destOrd="0" presId="urn:microsoft.com/office/officeart/2018/5/layout/IconLeafLabelList"/>
    <dgm:cxn modelId="{668A0D4F-F35F-4B09-A8A4-0EEAC7EBEDA9}" type="presParOf" srcId="{9F8202DC-A0D8-4F2C-A33F-C842C847D283}" destId="{DC5EB005-B3EE-4FA7-BBD3-075E5E3930E9}" srcOrd="3" destOrd="0" presId="urn:microsoft.com/office/officeart/2018/5/layout/IconLeafLabelList"/>
    <dgm:cxn modelId="{22D464A4-C500-4635-B198-84DCE07F802C}" type="presParOf" srcId="{3A0EE949-9DAD-4250-9A2D-3380908A6C46}" destId="{844253FE-70DD-41AD-ACAA-6F6DA6E24CE9}" srcOrd="1" destOrd="0" presId="urn:microsoft.com/office/officeart/2018/5/layout/IconLeafLabelList"/>
    <dgm:cxn modelId="{EF06ADBB-15E4-4710-8440-7086B40F5599}" type="presParOf" srcId="{3A0EE949-9DAD-4250-9A2D-3380908A6C46}" destId="{57A90C5D-B81D-4B67-91C1-C146422CB4CD}" srcOrd="2" destOrd="0" presId="urn:microsoft.com/office/officeart/2018/5/layout/IconLeafLabelList"/>
    <dgm:cxn modelId="{224BF153-10B6-424A-A510-BFE5F7592D32}" type="presParOf" srcId="{57A90C5D-B81D-4B67-91C1-C146422CB4CD}" destId="{E23EDE16-D4B8-4B6F-9E01-2B45599991DC}" srcOrd="0" destOrd="0" presId="urn:microsoft.com/office/officeart/2018/5/layout/IconLeafLabelList"/>
    <dgm:cxn modelId="{E5DA428B-29E1-446C-9A7C-9B1AA42309FC}" type="presParOf" srcId="{57A90C5D-B81D-4B67-91C1-C146422CB4CD}" destId="{F924FADA-34E4-4456-8262-23DC4A9D6958}" srcOrd="1" destOrd="0" presId="urn:microsoft.com/office/officeart/2018/5/layout/IconLeafLabelList"/>
    <dgm:cxn modelId="{9DDE55C9-80C5-468E-80D5-478701D207C1}" type="presParOf" srcId="{57A90C5D-B81D-4B67-91C1-C146422CB4CD}" destId="{939201D3-0D2A-4D6F-B552-060E4A9B0701}" srcOrd="2" destOrd="0" presId="urn:microsoft.com/office/officeart/2018/5/layout/IconLeafLabelList"/>
    <dgm:cxn modelId="{BF717659-0483-49A4-B72E-7A37CC1E098D}" type="presParOf" srcId="{57A90C5D-B81D-4B67-91C1-C146422CB4CD}" destId="{6E42D86B-7B39-44B0-AAE6-588A853152A1}" srcOrd="3" destOrd="0" presId="urn:microsoft.com/office/officeart/2018/5/layout/IconLeafLabelList"/>
    <dgm:cxn modelId="{EE5082AE-E3F5-4689-9FB2-EE45F2D96333}" type="presParOf" srcId="{3A0EE949-9DAD-4250-9A2D-3380908A6C46}" destId="{71CD14A5-523B-4DC9-B618-F27FA15CAA1E}" srcOrd="3" destOrd="0" presId="urn:microsoft.com/office/officeart/2018/5/layout/IconLeafLabelList"/>
    <dgm:cxn modelId="{BCFE01CD-D391-4914-938C-78CBFF2ED4F6}" type="presParOf" srcId="{3A0EE949-9DAD-4250-9A2D-3380908A6C46}" destId="{CCC79478-12F3-4AA5-B841-5F834741A267}" srcOrd="4" destOrd="0" presId="urn:microsoft.com/office/officeart/2018/5/layout/IconLeafLabelList"/>
    <dgm:cxn modelId="{D775159B-834D-4EAB-A297-AF7172DE4184}" type="presParOf" srcId="{CCC79478-12F3-4AA5-B841-5F834741A267}" destId="{9D444D9F-7F47-407E-AE26-D2B7D14A3CD1}" srcOrd="0" destOrd="0" presId="urn:microsoft.com/office/officeart/2018/5/layout/IconLeafLabelList"/>
    <dgm:cxn modelId="{0A3BF2D8-2FF1-40AE-A947-A4DD5E3D5BE0}" type="presParOf" srcId="{CCC79478-12F3-4AA5-B841-5F834741A267}" destId="{C6EC29BE-A5F5-4770-8174-C7575C710428}" srcOrd="1" destOrd="0" presId="urn:microsoft.com/office/officeart/2018/5/layout/IconLeafLabelList"/>
    <dgm:cxn modelId="{AD29A8B3-3522-4AE6-A0A4-84242546E475}" type="presParOf" srcId="{CCC79478-12F3-4AA5-B841-5F834741A267}" destId="{853F5E8F-5A5B-494A-892A-2B2D3705E6A0}" srcOrd="2" destOrd="0" presId="urn:microsoft.com/office/officeart/2018/5/layout/IconLeafLabelList"/>
    <dgm:cxn modelId="{2655ACA9-806A-4ED7-B761-304BE54CF514}" type="presParOf" srcId="{CCC79478-12F3-4AA5-B841-5F834741A267}" destId="{35F306B1-39A3-40F4-B4AA-5570E3E61DB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A3359-7AB3-4B33-9413-7EAC8D8CBC4A}">
      <dsp:nvSpPr>
        <dsp:cNvPr id="0" name=""/>
        <dsp:cNvSpPr/>
      </dsp:nvSpPr>
      <dsp:spPr>
        <a:xfrm>
          <a:off x="2043431" y="17443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01C6C-4823-4DF8-8DF0-C60083135F59}">
      <dsp:nvSpPr>
        <dsp:cNvPr id="0" name=""/>
        <dsp:cNvSpPr/>
      </dsp:nvSpPr>
      <dsp:spPr>
        <a:xfrm>
          <a:off x="2511431" y="642438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92202-8B21-4686-8663-40B1173243C5}">
      <dsp:nvSpPr>
        <dsp:cNvPr id="0" name=""/>
        <dsp:cNvSpPr/>
      </dsp:nvSpPr>
      <dsp:spPr>
        <a:xfrm>
          <a:off x="1341431" y="305443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Understanding system structure and behavior using standardized diagrams.</a:t>
          </a:r>
        </a:p>
      </dsp:txBody>
      <dsp:txXfrm>
        <a:off x="1341431" y="3054438"/>
        <a:ext cx="3600000" cy="720000"/>
      </dsp:txXfrm>
    </dsp:sp>
    <dsp:sp modelId="{0E24891F-4201-4624-8BB4-B32E3897510D}">
      <dsp:nvSpPr>
        <dsp:cNvPr id="0" name=""/>
        <dsp:cNvSpPr/>
      </dsp:nvSpPr>
      <dsp:spPr>
        <a:xfrm>
          <a:off x="6273431" y="17443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8F6D5B-771C-4B53-BFCB-AB0572A50879}">
      <dsp:nvSpPr>
        <dsp:cNvPr id="0" name=""/>
        <dsp:cNvSpPr/>
      </dsp:nvSpPr>
      <dsp:spPr>
        <a:xfrm>
          <a:off x="6741431" y="642438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47EFB-2120-4920-ABEC-04BD2C5633B9}">
      <dsp:nvSpPr>
        <dsp:cNvPr id="0" name=""/>
        <dsp:cNvSpPr/>
      </dsp:nvSpPr>
      <dsp:spPr>
        <a:xfrm>
          <a:off x="5571431" y="305443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Goal: Model, visualize, and communicate system design clearly.</a:t>
          </a:r>
        </a:p>
      </dsp:txBody>
      <dsp:txXfrm>
        <a:off x="5571431" y="3054438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4B42C9-A885-4BF0-8ED3-58265B8F1936}">
      <dsp:nvSpPr>
        <dsp:cNvPr id="0" name=""/>
        <dsp:cNvSpPr/>
      </dsp:nvSpPr>
      <dsp:spPr>
        <a:xfrm>
          <a:off x="1211680" y="990369"/>
          <a:ext cx="1300098" cy="1300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D6140-631F-43E5-AED8-D4EB251AC469}">
      <dsp:nvSpPr>
        <dsp:cNvPr id="0" name=""/>
        <dsp:cNvSpPr/>
      </dsp:nvSpPr>
      <dsp:spPr>
        <a:xfrm>
          <a:off x="417175" y="2647154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UML (Unified Modeling Language) visualizes object-oriented design.</a:t>
          </a:r>
        </a:p>
      </dsp:txBody>
      <dsp:txXfrm>
        <a:off x="417175" y="2647154"/>
        <a:ext cx="2889107" cy="720000"/>
      </dsp:txXfrm>
    </dsp:sp>
    <dsp:sp modelId="{7A49E85A-8C06-46D3-ADAA-887CD3CB0B10}">
      <dsp:nvSpPr>
        <dsp:cNvPr id="0" name=""/>
        <dsp:cNvSpPr/>
      </dsp:nvSpPr>
      <dsp:spPr>
        <a:xfrm>
          <a:off x="4606381" y="990369"/>
          <a:ext cx="1300098" cy="1300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00EAD-7BA5-4F1B-BEA3-BF2015720CEF}">
      <dsp:nvSpPr>
        <dsp:cNvPr id="0" name=""/>
        <dsp:cNvSpPr/>
      </dsp:nvSpPr>
      <dsp:spPr>
        <a:xfrm>
          <a:off x="3811877" y="2647154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Standard way to communicate system structure.</a:t>
          </a:r>
        </a:p>
      </dsp:txBody>
      <dsp:txXfrm>
        <a:off x="3811877" y="2647154"/>
        <a:ext cx="2889107" cy="720000"/>
      </dsp:txXfrm>
    </dsp:sp>
    <dsp:sp modelId="{8A123053-786C-46B9-9ACB-8ED99ED90B22}">
      <dsp:nvSpPr>
        <dsp:cNvPr id="0" name=""/>
        <dsp:cNvSpPr/>
      </dsp:nvSpPr>
      <dsp:spPr>
        <a:xfrm>
          <a:off x="8001083" y="990369"/>
          <a:ext cx="1300098" cy="1300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C1EDD-E97B-4D03-B62B-396532DEEAB6}">
      <dsp:nvSpPr>
        <dsp:cNvPr id="0" name=""/>
        <dsp:cNvSpPr/>
      </dsp:nvSpPr>
      <dsp:spPr>
        <a:xfrm>
          <a:off x="7206578" y="2647154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Covers both static (class) and dynamic (behavioral) views.</a:t>
          </a:r>
        </a:p>
      </dsp:txBody>
      <dsp:txXfrm>
        <a:off x="7206578" y="2647154"/>
        <a:ext cx="2889107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32B5C1-D8F6-4163-8891-0AD76FF7AFCD}">
      <dsp:nvSpPr>
        <dsp:cNvPr id="0" name=""/>
        <dsp:cNvSpPr/>
      </dsp:nvSpPr>
      <dsp:spPr>
        <a:xfrm>
          <a:off x="677681" y="581262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3E5A8D-A264-4B6A-9D7C-4B485535D3CA}">
      <dsp:nvSpPr>
        <dsp:cNvPr id="0" name=""/>
        <dsp:cNvSpPr/>
      </dsp:nvSpPr>
      <dsp:spPr>
        <a:xfrm>
          <a:off x="1079868" y="983449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79CE43-E360-49D0-BDF8-FA79CE2B8C21}">
      <dsp:nvSpPr>
        <dsp:cNvPr id="0" name=""/>
        <dsp:cNvSpPr/>
      </dsp:nvSpPr>
      <dsp:spPr>
        <a:xfrm>
          <a:off x="74399" y="305626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Provides a visual language for developers and stakeholders.</a:t>
          </a:r>
        </a:p>
      </dsp:txBody>
      <dsp:txXfrm>
        <a:off x="74399" y="3056261"/>
        <a:ext cx="3093750" cy="720000"/>
      </dsp:txXfrm>
    </dsp:sp>
    <dsp:sp modelId="{1764F683-BB3E-4AA8-B35F-C3514514A515}">
      <dsp:nvSpPr>
        <dsp:cNvPr id="0" name=""/>
        <dsp:cNvSpPr/>
      </dsp:nvSpPr>
      <dsp:spPr>
        <a:xfrm>
          <a:off x="4312837" y="581262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1BD078-99CD-43CD-820B-3CD346CDFB29}">
      <dsp:nvSpPr>
        <dsp:cNvPr id="0" name=""/>
        <dsp:cNvSpPr/>
      </dsp:nvSpPr>
      <dsp:spPr>
        <a:xfrm>
          <a:off x="4715024" y="983449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5AB0B4-ABE9-4BB0-995D-20492513AC2F}">
      <dsp:nvSpPr>
        <dsp:cNvPr id="0" name=""/>
        <dsp:cNvSpPr/>
      </dsp:nvSpPr>
      <dsp:spPr>
        <a:xfrm>
          <a:off x="3709556" y="305626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Improves clarity, reduces ambiguity in design discussions.</a:t>
          </a:r>
        </a:p>
      </dsp:txBody>
      <dsp:txXfrm>
        <a:off x="3709556" y="3056261"/>
        <a:ext cx="3093750" cy="720000"/>
      </dsp:txXfrm>
    </dsp:sp>
    <dsp:sp modelId="{4AB62017-3C11-48FA-9B62-9202867D4C14}">
      <dsp:nvSpPr>
        <dsp:cNvPr id="0" name=""/>
        <dsp:cNvSpPr/>
      </dsp:nvSpPr>
      <dsp:spPr>
        <a:xfrm>
          <a:off x="7947993" y="581262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EF5B9B-92D9-42F5-B16B-A319A79856DE}">
      <dsp:nvSpPr>
        <dsp:cNvPr id="0" name=""/>
        <dsp:cNvSpPr/>
      </dsp:nvSpPr>
      <dsp:spPr>
        <a:xfrm>
          <a:off x="8350181" y="983449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EBBA2-340B-4466-8572-19C6EAE5E64A}">
      <dsp:nvSpPr>
        <dsp:cNvPr id="0" name=""/>
        <dsp:cNvSpPr/>
      </dsp:nvSpPr>
      <dsp:spPr>
        <a:xfrm>
          <a:off x="7344712" y="305626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Essential for documentation and maintenance of complex systems.</a:t>
          </a:r>
        </a:p>
      </dsp:txBody>
      <dsp:txXfrm>
        <a:off x="7344712" y="3056261"/>
        <a:ext cx="3093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2367D1-F5A4-438D-B930-F202950E3B47}">
      <dsp:nvSpPr>
        <dsp:cNvPr id="0" name=""/>
        <dsp:cNvSpPr/>
      </dsp:nvSpPr>
      <dsp:spPr>
        <a:xfrm>
          <a:off x="2043431" y="375669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A613CB-35B3-488C-A3B1-4DD8F0F19575}">
      <dsp:nvSpPr>
        <dsp:cNvPr id="0" name=""/>
        <dsp:cNvSpPr/>
      </dsp:nvSpPr>
      <dsp:spPr>
        <a:xfrm>
          <a:off x="2511431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6994D4-2059-49DE-B92F-C4F44550F5A2}">
      <dsp:nvSpPr>
        <dsp:cNvPr id="0" name=""/>
        <dsp:cNvSpPr/>
      </dsp:nvSpPr>
      <dsp:spPr>
        <a:xfrm>
          <a:off x="1341431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Structural: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Class</a:t>
          </a:r>
          <a:r>
            <a:rPr lang="en-US" sz="1500" b="0" kern="1200" dirty="0"/>
            <a:t>, Object, Component, Deployment</a:t>
          </a:r>
        </a:p>
      </dsp:txBody>
      <dsp:txXfrm>
        <a:off x="1341431" y="3255669"/>
        <a:ext cx="3600000" cy="720000"/>
      </dsp:txXfrm>
    </dsp:sp>
    <dsp:sp modelId="{37CFC0ED-849B-47BC-88D9-69219074C630}">
      <dsp:nvSpPr>
        <dsp:cNvPr id="0" name=""/>
        <dsp:cNvSpPr/>
      </dsp:nvSpPr>
      <dsp:spPr>
        <a:xfrm>
          <a:off x="6273431" y="375669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CB8128-137F-441B-ACB2-B2020C9EC758}">
      <dsp:nvSpPr>
        <dsp:cNvPr id="0" name=""/>
        <dsp:cNvSpPr/>
      </dsp:nvSpPr>
      <dsp:spPr>
        <a:xfrm>
          <a:off x="6741431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77864-3759-4B5A-B3B5-F4006B8A9FDE}">
      <dsp:nvSpPr>
        <dsp:cNvPr id="0" name=""/>
        <dsp:cNvSpPr/>
      </dsp:nvSpPr>
      <dsp:spPr>
        <a:xfrm>
          <a:off x="5571431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Behavioral: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 </a:t>
          </a:r>
          <a:r>
            <a:rPr lang="en-US" sz="1500" b="1" kern="1200" dirty="0"/>
            <a:t>Use Case, Sequence, Activity</a:t>
          </a:r>
          <a:r>
            <a:rPr lang="en-US" sz="1500" kern="1200" dirty="0"/>
            <a:t>, State</a:t>
          </a:r>
        </a:p>
      </dsp:txBody>
      <dsp:txXfrm>
        <a:off x="5571431" y="3255669"/>
        <a:ext cx="36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52092-A646-4C4D-B9B5-AC713211C956}">
      <dsp:nvSpPr>
        <dsp:cNvPr id="0" name=""/>
        <dsp:cNvSpPr/>
      </dsp:nvSpPr>
      <dsp:spPr>
        <a:xfrm>
          <a:off x="971998" y="989851"/>
          <a:ext cx="1264088" cy="126408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766EE-3C7C-4A20-82D2-916D4363BC1F}">
      <dsp:nvSpPr>
        <dsp:cNvPr id="0" name=""/>
        <dsp:cNvSpPr/>
      </dsp:nvSpPr>
      <dsp:spPr>
        <a:xfrm>
          <a:off x="1241394" y="1259247"/>
          <a:ext cx="725296" cy="7252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A50A7-24DD-4839-AC1C-90165933C2FC}">
      <dsp:nvSpPr>
        <dsp:cNvPr id="0" name=""/>
        <dsp:cNvSpPr/>
      </dsp:nvSpPr>
      <dsp:spPr>
        <a:xfrm>
          <a:off x="567904" y="2647672"/>
          <a:ext cx="2072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Encapsulation</a:t>
          </a:r>
          <a:r>
            <a:rPr lang="en-US" sz="1500" kern="1200" dirty="0"/>
            <a:t>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keep data safe within classes.</a:t>
          </a:r>
        </a:p>
      </dsp:txBody>
      <dsp:txXfrm>
        <a:off x="567904" y="2647672"/>
        <a:ext cx="2072276" cy="720000"/>
      </dsp:txXfrm>
    </dsp:sp>
    <dsp:sp modelId="{72C5C02C-F81B-48D2-897D-6878DB114FB1}">
      <dsp:nvSpPr>
        <dsp:cNvPr id="0" name=""/>
        <dsp:cNvSpPr/>
      </dsp:nvSpPr>
      <dsp:spPr>
        <a:xfrm>
          <a:off x="3406923" y="989851"/>
          <a:ext cx="1264088" cy="126408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BC16D5-DD74-4B5D-AA7B-914422CFDC9F}">
      <dsp:nvSpPr>
        <dsp:cNvPr id="0" name=""/>
        <dsp:cNvSpPr/>
      </dsp:nvSpPr>
      <dsp:spPr>
        <a:xfrm>
          <a:off x="3676319" y="1259247"/>
          <a:ext cx="725296" cy="7252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002BAF-2D25-459F-A53B-6D26F8B55E65}">
      <dsp:nvSpPr>
        <dsp:cNvPr id="0" name=""/>
        <dsp:cNvSpPr/>
      </dsp:nvSpPr>
      <dsp:spPr>
        <a:xfrm>
          <a:off x="3002829" y="2647672"/>
          <a:ext cx="2072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Inheritance</a:t>
          </a:r>
          <a:r>
            <a:rPr lang="en-US" sz="1500" kern="1200" dirty="0"/>
            <a:t>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reuse logic across classes.</a:t>
          </a:r>
        </a:p>
      </dsp:txBody>
      <dsp:txXfrm>
        <a:off x="3002829" y="2647672"/>
        <a:ext cx="2072276" cy="720000"/>
      </dsp:txXfrm>
    </dsp:sp>
    <dsp:sp modelId="{15A67A04-1D1D-457F-97D5-5DDF3139A899}">
      <dsp:nvSpPr>
        <dsp:cNvPr id="0" name=""/>
        <dsp:cNvSpPr/>
      </dsp:nvSpPr>
      <dsp:spPr>
        <a:xfrm>
          <a:off x="5841849" y="989851"/>
          <a:ext cx="1264088" cy="126408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F45AA0-CD30-4DE9-9D05-A73EBDFB7694}">
      <dsp:nvSpPr>
        <dsp:cNvPr id="0" name=""/>
        <dsp:cNvSpPr/>
      </dsp:nvSpPr>
      <dsp:spPr>
        <a:xfrm>
          <a:off x="6111245" y="1259247"/>
          <a:ext cx="725296" cy="7252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7F69C-DC30-412C-9E1B-CE397D81E28F}">
      <dsp:nvSpPr>
        <dsp:cNvPr id="0" name=""/>
        <dsp:cNvSpPr/>
      </dsp:nvSpPr>
      <dsp:spPr>
        <a:xfrm>
          <a:off x="5437755" y="2647672"/>
          <a:ext cx="2072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Polymorphism</a:t>
          </a:r>
          <a:r>
            <a:rPr lang="en-US" sz="1500" kern="1200" dirty="0"/>
            <a:t> 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same interface, different behaviors.</a:t>
          </a:r>
        </a:p>
      </dsp:txBody>
      <dsp:txXfrm>
        <a:off x="5437755" y="2647672"/>
        <a:ext cx="2072276" cy="720000"/>
      </dsp:txXfrm>
    </dsp:sp>
    <dsp:sp modelId="{F9574024-7F27-4122-A289-5609A8245ECB}">
      <dsp:nvSpPr>
        <dsp:cNvPr id="0" name=""/>
        <dsp:cNvSpPr/>
      </dsp:nvSpPr>
      <dsp:spPr>
        <a:xfrm>
          <a:off x="8276774" y="989851"/>
          <a:ext cx="1264088" cy="126408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18890B-E4A2-4143-BFCB-0D4A412B58D7}">
      <dsp:nvSpPr>
        <dsp:cNvPr id="0" name=""/>
        <dsp:cNvSpPr/>
      </dsp:nvSpPr>
      <dsp:spPr>
        <a:xfrm>
          <a:off x="8546170" y="1259247"/>
          <a:ext cx="725296" cy="7252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EA95C-9F2C-4B68-AACF-81097F1DF7F5}">
      <dsp:nvSpPr>
        <dsp:cNvPr id="0" name=""/>
        <dsp:cNvSpPr/>
      </dsp:nvSpPr>
      <dsp:spPr>
        <a:xfrm>
          <a:off x="7872680" y="2647672"/>
          <a:ext cx="2072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Abstraction</a:t>
          </a:r>
          <a:r>
            <a:rPr lang="en-US" sz="1500" kern="1200" dirty="0"/>
            <a:t>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focus on essentials, hide complexity.</a:t>
          </a:r>
        </a:p>
      </dsp:txBody>
      <dsp:txXfrm>
        <a:off x="7872680" y="2647672"/>
        <a:ext cx="2072276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4FA97C-2D97-3F41-A493-231E77FDA388}">
      <dsp:nvSpPr>
        <dsp:cNvPr id="0" name=""/>
        <dsp:cNvSpPr/>
      </dsp:nvSpPr>
      <dsp:spPr>
        <a:xfrm>
          <a:off x="0" y="2101"/>
          <a:ext cx="100003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46022CF-8CDB-184B-94CE-097218138730}">
      <dsp:nvSpPr>
        <dsp:cNvPr id="0" name=""/>
        <dsp:cNvSpPr/>
      </dsp:nvSpPr>
      <dsp:spPr>
        <a:xfrm>
          <a:off x="0" y="2101"/>
          <a:ext cx="10000347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Three compartments: Name | Attributes | Methods.</a:t>
          </a:r>
        </a:p>
      </dsp:txBody>
      <dsp:txXfrm>
        <a:off x="0" y="2101"/>
        <a:ext cx="10000347" cy="1433087"/>
      </dsp:txXfrm>
    </dsp:sp>
    <dsp:sp modelId="{E8F37E58-3298-8944-81A7-1E720DA9B7A6}">
      <dsp:nvSpPr>
        <dsp:cNvPr id="0" name=""/>
        <dsp:cNvSpPr/>
      </dsp:nvSpPr>
      <dsp:spPr>
        <a:xfrm>
          <a:off x="0" y="1435188"/>
          <a:ext cx="100003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AC49A11-C894-7245-9971-B0B1B9EB90E2}">
      <dsp:nvSpPr>
        <dsp:cNvPr id="0" name=""/>
        <dsp:cNvSpPr/>
      </dsp:nvSpPr>
      <dsp:spPr>
        <a:xfrm>
          <a:off x="0" y="1435188"/>
          <a:ext cx="10000347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Visibility symbols: + public, - private, # protected.</a:t>
          </a:r>
        </a:p>
      </dsp:txBody>
      <dsp:txXfrm>
        <a:off x="0" y="1435188"/>
        <a:ext cx="10000347" cy="1433087"/>
      </dsp:txXfrm>
    </dsp:sp>
    <dsp:sp modelId="{2CB9F840-D5B9-2C47-BE2D-D40C0AB3045B}">
      <dsp:nvSpPr>
        <dsp:cNvPr id="0" name=""/>
        <dsp:cNvSpPr/>
      </dsp:nvSpPr>
      <dsp:spPr>
        <a:xfrm>
          <a:off x="0" y="2868276"/>
          <a:ext cx="100003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B2BFC60-601B-5740-A09B-23BE359C59D1}">
      <dsp:nvSpPr>
        <dsp:cNvPr id="0" name=""/>
        <dsp:cNvSpPr/>
      </dsp:nvSpPr>
      <dsp:spPr>
        <a:xfrm>
          <a:off x="0" y="2868276"/>
          <a:ext cx="10000347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Relationships: Association, Aggregation, Composition, Inheritance.</a:t>
          </a:r>
        </a:p>
      </dsp:txBody>
      <dsp:txXfrm>
        <a:off x="0" y="2868276"/>
        <a:ext cx="10000347" cy="14330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99047-D7FE-434C-8321-8F23FA356C92}">
      <dsp:nvSpPr>
        <dsp:cNvPr id="0" name=""/>
        <dsp:cNvSpPr/>
      </dsp:nvSpPr>
      <dsp:spPr>
        <a:xfrm>
          <a:off x="971998" y="989851"/>
          <a:ext cx="1264088" cy="126408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6F7881-8051-493D-BEF0-7632EE2D1707}">
      <dsp:nvSpPr>
        <dsp:cNvPr id="0" name=""/>
        <dsp:cNvSpPr/>
      </dsp:nvSpPr>
      <dsp:spPr>
        <a:xfrm>
          <a:off x="1241394" y="1259247"/>
          <a:ext cx="725296" cy="7252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48B2-3E30-4026-98F3-69CE9C8D8B8F}">
      <dsp:nvSpPr>
        <dsp:cNvPr id="0" name=""/>
        <dsp:cNvSpPr/>
      </dsp:nvSpPr>
      <dsp:spPr>
        <a:xfrm>
          <a:off x="567904" y="2647672"/>
          <a:ext cx="2072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Association: general link between classes.</a:t>
          </a:r>
        </a:p>
      </dsp:txBody>
      <dsp:txXfrm>
        <a:off x="567904" y="2647672"/>
        <a:ext cx="2072276" cy="720000"/>
      </dsp:txXfrm>
    </dsp:sp>
    <dsp:sp modelId="{9C4CCDA1-BFDC-425C-B592-1A664243DE80}">
      <dsp:nvSpPr>
        <dsp:cNvPr id="0" name=""/>
        <dsp:cNvSpPr/>
      </dsp:nvSpPr>
      <dsp:spPr>
        <a:xfrm>
          <a:off x="3406923" y="989851"/>
          <a:ext cx="1264088" cy="126408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4866D9-39D2-44E7-A2DC-81071451D1DB}">
      <dsp:nvSpPr>
        <dsp:cNvPr id="0" name=""/>
        <dsp:cNvSpPr/>
      </dsp:nvSpPr>
      <dsp:spPr>
        <a:xfrm>
          <a:off x="3676319" y="1259247"/>
          <a:ext cx="725296" cy="7252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16C00-889E-413E-91FB-2577DB3FB522}">
      <dsp:nvSpPr>
        <dsp:cNvPr id="0" name=""/>
        <dsp:cNvSpPr/>
      </dsp:nvSpPr>
      <dsp:spPr>
        <a:xfrm>
          <a:off x="3002829" y="2647672"/>
          <a:ext cx="2072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Aggregation: whole–part, independent lifetime.</a:t>
          </a:r>
        </a:p>
      </dsp:txBody>
      <dsp:txXfrm>
        <a:off x="3002829" y="2647672"/>
        <a:ext cx="2072276" cy="720000"/>
      </dsp:txXfrm>
    </dsp:sp>
    <dsp:sp modelId="{6DACE155-63BA-4745-AF2C-97A9E412E822}">
      <dsp:nvSpPr>
        <dsp:cNvPr id="0" name=""/>
        <dsp:cNvSpPr/>
      </dsp:nvSpPr>
      <dsp:spPr>
        <a:xfrm>
          <a:off x="5841849" y="989851"/>
          <a:ext cx="1264088" cy="126408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EA5A78-11E9-4357-B0AF-726E42A40F94}">
      <dsp:nvSpPr>
        <dsp:cNvPr id="0" name=""/>
        <dsp:cNvSpPr/>
      </dsp:nvSpPr>
      <dsp:spPr>
        <a:xfrm>
          <a:off x="6111245" y="1259247"/>
          <a:ext cx="725296" cy="7252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9B9A9-E18A-40BC-84E8-EEC7D43A7B5F}">
      <dsp:nvSpPr>
        <dsp:cNvPr id="0" name=""/>
        <dsp:cNvSpPr/>
      </dsp:nvSpPr>
      <dsp:spPr>
        <a:xfrm>
          <a:off x="5437755" y="2647672"/>
          <a:ext cx="2072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Composition: whole–part, dependent lifetime.</a:t>
          </a:r>
        </a:p>
      </dsp:txBody>
      <dsp:txXfrm>
        <a:off x="5437755" y="2647672"/>
        <a:ext cx="2072276" cy="720000"/>
      </dsp:txXfrm>
    </dsp:sp>
    <dsp:sp modelId="{28E33FB6-852B-4BBE-8048-063F47198018}">
      <dsp:nvSpPr>
        <dsp:cNvPr id="0" name=""/>
        <dsp:cNvSpPr/>
      </dsp:nvSpPr>
      <dsp:spPr>
        <a:xfrm>
          <a:off x="8276774" y="989851"/>
          <a:ext cx="1264088" cy="126408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2EFFBE-22E4-4CBF-BF89-50AC46962353}">
      <dsp:nvSpPr>
        <dsp:cNvPr id="0" name=""/>
        <dsp:cNvSpPr/>
      </dsp:nvSpPr>
      <dsp:spPr>
        <a:xfrm>
          <a:off x="8546170" y="1259247"/>
          <a:ext cx="725296" cy="7252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36DD8-79C6-47FA-87DD-A21C87FEFD97}">
      <dsp:nvSpPr>
        <dsp:cNvPr id="0" name=""/>
        <dsp:cNvSpPr/>
      </dsp:nvSpPr>
      <dsp:spPr>
        <a:xfrm>
          <a:off x="7872680" y="2647672"/>
          <a:ext cx="2072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Inheritance: base–derived hierarchy.</a:t>
          </a:r>
        </a:p>
      </dsp:txBody>
      <dsp:txXfrm>
        <a:off x="7872680" y="2647672"/>
        <a:ext cx="2072276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C143A6-8024-476C-943B-6BB6F90CCF14}">
      <dsp:nvSpPr>
        <dsp:cNvPr id="0" name=""/>
        <dsp:cNvSpPr/>
      </dsp:nvSpPr>
      <dsp:spPr>
        <a:xfrm>
          <a:off x="0" y="673"/>
          <a:ext cx="6362567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C1F82E-CDB1-4E5F-8B8A-E09D7321020C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9996BD-5B28-4F06-994E-884C835AEC61}">
      <dsp:nvSpPr>
        <dsp:cNvPr id="0" name=""/>
        <dsp:cNvSpPr/>
      </dsp:nvSpPr>
      <dsp:spPr>
        <a:xfrm>
          <a:off x="1819120" y="673"/>
          <a:ext cx="4543446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Library, Book, Customer classes.</a:t>
          </a:r>
        </a:p>
      </dsp:txBody>
      <dsp:txXfrm>
        <a:off x="1819120" y="673"/>
        <a:ext cx="4543446" cy="1574995"/>
      </dsp:txXfrm>
    </dsp:sp>
    <dsp:sp modelId="{E82E1C3E-B658-44CA-BC9C-0C1C25D58BB8}">
      <dsp:nvSpPr>
        <dsp:cNvPr id="0" name=""/>
        <dsp:cNvSpPr/>
      </dsp:nvSpPr>
      <dsp:spPr>
        <a:xfrm>
          <a:off x="0" y="1969418"/>
          <a:ext cx="6362567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3A819A-CB0A-438F-A27D-86D3FE818380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CCE65-697E-4B1B-8BB5-1BAE37571429}">
      <dsp:nvSpPr>
        <dsp:cNvPr id="0" name=""/>
        <dsp:cNvSpPr/>
      </dsp:nvSpPr>
      <dsp:spPr>
        <a:xfrm>
          <a:off x="1819120" y="1969418"/>
          <a:ext cx="4543446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Member borrows Book → association.</a:t>
          </a:r>
        </a:p>
      </dsp:txBody>
      <dsp:txXfrm>
        <a:off x="1819120" y="1969418"/>
        <a:ext cx="4543446" cy="1574995"/>
      </dsp:txXfrm>
    </dsp:sp>
    <dsp:sp modelId="{D1081776-CC3F-4073-930C-C3743EB904E5}">
      <dsp:nvSpPr>
        <dsp:cNvPr id="0" name=""/>
        <dsp:cNvSpPr/>
      </dsp:nvSpPr>
      <dsp:spPr>
        <a:xfrm>
          <a:off x="0" y="3938162"/>
          <a:ext cx="6362567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20785B-E432-4C14-8FD4-7515DADA3FB0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9FE212-E7A5-49C8-922B-B7A59BA581D6}">
      <dsp:nvSpPr>
        <dsp:cNvPr id="0" name=""/>
        <dsp:cNvSpPr/>
      </dsp:nvSpPr>
      <dsp:spPr>
        <a:xfrm>
          <a:off x="1819120" y="3938162"/>
          <a:ext cx="4543446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Library contains Books → aggregation.</a:t>
          </a:r>
        </a:p>
      </dsp:txBody>
      <dsp:txXfrm>
        <a:off x="1819120" y="3938162"/>
        <a:ext cx="4543446" cy="157499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B82190-AFB2-466D-B655-BA069D015439}">
      <dsp:nvSpPr>
        <dsp:cNvPr id="0" name=""/>
        <dsp:cNvSpPr/>
      </dsp:nvSpPr>
      <dsp:spPr>
        <a:xfrm>
          <a:off x="717241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1DA7FA-0CCE-4D24-924E-16024AE7287C}">
      <dsp:nvSpPr>
        <dsp:cNvPr id="0" name=""/>
        <dsp:cNvSpPr/>
      </dsp:nvSpPr>
      <dsp:spPr>
        <a:xfrm>
          <a:off x="1134053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1C0C17-C231-41F2-89F7-074C50BA29E2}">
      <dsp:nvSpPr>
        <dsp:cNvPr id="0" name=""/>
        <dsp:cNvSpPr/>
      </dsp:nvSpPr>
      <dsp:spPr>
        <a:xfrm>
          <a:off x="92022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/>
            <a:t>Behavioral diagrams show how systems act and react.</a:t>
          </a:r>
        </a:p>
      </dsp:txBody>
      <dsp:txXfrm>
        <a:off x="92022" y="3018902"/>
        <a:ext cx="3206250" cy="720000"/>
      </dsp:txXfrm>
    </dsp:sp>
    <dsp:sp modelId="{B6DD88EF-6F87-48E7-88F2-28C323DACEFB}">
      <dsp:nvSpPr>
        <dsp:cNvPr id="0" name=""/>
        <dsp:cNvSpPr/>
      </dsp:nvSpPr>
      <dsp:spPr>
        <a:xfrm>
          <a:off x="4484585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0F0500-BCB4-4712-8B8E-30C5B3893F95}">
      <dsp:nvSpPr>
        <dsp:cNvPr id="0" name=""/>
        <dsp:cNvSpPr/>
      </dsp:nvSpPr>
      <dsp:spPr>
        <a:xfrm>
          <a:off x="4901397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20E534-6ECB-40F7-9F6E-66E1117681DD}">
      <dsp:nvSpPr>
        <dsp:cNvPr id="0" name=""/>
        <dsp:cNvSpPr/>
      </dsp:nvSpPr>
      <dsp:spPr>
        <a:xfrm>
          <a:off x="3859366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Types: Use Case, Activity, Sequence Diagrams.</a:t>
          </a:r>
        </a:p>
      </dsp:txBody>
      <dsp:txXfrm>
        <a:off x="3859366" y="3018902"/>
        <a:ext cx="3206250" cy="720000"/>
      </dsp:txXfrm>
    </dsp:sp>
    <dsp:sp modelId="{29F54C00-6F9A-417D-9421-6F0AD667C615}">
      <dsp:nvSpPr>
        <dsp:cNvPr id="0" name=""/>
        <dsp:cNvSpPr/>
      </dsp:nvSpPr>
      <dsp:spPr>
        <a:xfrm>
          <a:off x="8251929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C2C4D-F561-4711-B676-A166716E32A6}">
      <dsp:nvSpPr>
        <dsp:cNvPr id="0" name=""/>
        <dsp:cNvSpPr/>
      </dsp:nvSpPr>
      <dsp:spPr>
        <a:xfrm>
          <a:off x="8668741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26717-AD86-436A-B163-BB007E6DC992}">
      <dsp:nvSpPr>
        <dsp:cNvPr id="0" name=""/>
        <dsp:cNvSpPr/>
      </dsp:nvSpPr>
      <dsp:spPr>
        <a:xfrm>
          <a:off x="7626710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Capture interactions and workflows effectively.</a:t>
          </a:r>
        </a:p>
      </dsp:txBody>
      <dsp:txXfrm>
        <a:off x="7626710" y="3018902"/>
        <a:ext cx="320625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28F0D-A570-430D-95EB-DDF8795C3434}">
      <dsp:nvSpPr>
        <dsp:cNvPr id="0" name=""/>
        <dsp:cNvSpPr/>
      </dsp:nvSpPr>
      <dsp:spPr>
        <a:xfrm>
          <a:off x="946401" y="818978"/>
          <a:ext cx="1451600" cy="14516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08F048-710D-4454-BE81-39DF1BCB582D}">
      <dsp:nvSpPr>
        <dsp:cNvPr id="0" name=""/>
        <dsp:cNvSpPr/>
      </dsp:nvSpPr>
      <dsp:spPr>
        <a:xfrm>
          <a:off x="5931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Actors: Member, Librarian.</a:t>
          </a:r>
        </a:p>
      </dsp:txBody>
      <dsp:txXfrm>
        <a:off x="59312" y="2653826"/>
        <a:ext cx="3225778" cy="720000"/>
      </dsp:txXfrm>
    </dsp:sp>
    <dsp:sp modelId="{0A38C9FD-149E-456C-8663-96BDE215850A}">
      <dsp:nvSpPr>
        <dsp:cNvPr id="0" name=""/>
        <dsp:cNvSpPr/>
      </dsp:nvSpPr>
      <dsp:spPr>
        <a:xfrm>
          <a:off x="4736691" y="818978"/>
          <a:ext cx="1451600" cy="14516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A5C44-4E3E-4C3F-AC81-FD665AEDE3C7}">
      <dsp:nvSpPr>
        <dsp:cNvPr id="0" name=""/>
        <dsp:cNvSpPr/>
      </dsp:nvSpPr>
      <dsp:spPr>
        <a:xfrm>
          <a:off x="384960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 Cases: Borrow Book, Return Book, Search Catalog.</a:t>
          </a:r>
        </a:p>
      </dsp:txBody>
      <dsp:txXfrm>
        <a:off x="3849602" y="2653826"/>
        <a:ext cx="3225778" cy="720000"/>
      </dsp:txXfrm>
    </dsp:sp>
    <dsp:sp modelId="{EF19330B-EF62-4FB5-B22E-9B14E2495B0E}">
      <dsp:nvSpPr>
        <dsp:cNvPr id="0" name=""/>
        <dsp:cNvSpPr/>
      </dsp:nvSpPr>
      <dsp:spPr>
        <a:xfrm>
          <a:off x="8526981" y="818978"/>
          <a:ext cx="1451600" cy="14516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713E3-693E-499E-8AE3-E0C57F6E079B}">
      <dsp:nvSpPr>
        <dsp:cNvPr id="0" name=""/>
        <dsp:cNvSpPr/>
      </dsp:nvSpPr>
      <dsp:spPr>
        <a:xfrm>
          <a:off x="763989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System boundary encloses all use cases.</a:t>
          </a:r>
        </a:p>
      </dsp:txBody>
      <dsp:txXfrm>
        <a:off x="7639892" y="2653826"/>
        <a:ext cx="3225778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7ABA6B-1AFF-4C44-90CB-06935D7671CE}">
      <dsp:nvSpPr>
        <dsp:cNvPr id="0" name=""/>
        <dsp:cNvSpPr/>
      </dsp:nvSpPr>
      <dsp:spPr>
        <a:xfrm>
          <a:off x="2184996" y="1310"/>
          <a:ext cx="8739986" cy="134300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580" tIns="341124" rIns="169580" bIns="34112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Depict control flow of processes or logic.</a:t>
          </a:r>
        </a:p>
      </dsp:txBody>
      <dsp:txXfrm>
        <a:off x="2184996" y="1310"/>
        <a:ext cx="8739986" cy="1343007"/>
      </dsp:txXfrm>
    </dsp:sp>
    <dsp:sp modelId="{31BF92AA-EEBA-C442-9C96-3BAEB81D9077}">
      <dsp:nvSpPr>
        <dsp:cNvPr id="0" name=""/>
        <dsp:cNvSpPr/>
      </dsp:nvSpPr>
      <dsp:spPr>
        <a:xfrm>
          <a:off x="0" y="1310"/>
          <a:ext cx="2184996" cy="13430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23" tIns="132659" rIns="115623" bIns="13265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Depict</a:t>
          </a:r>
        </a:p>
      </dsp:txBody>
      <dsp:txXfrm>
        <a:off x="0" y="1310"/>
        <a:ext cx="2184996" cy="1343007"/>
      </dsp:txXfrm>
    </dsp:sp>
    <dsp:sp modelId="{4F991A22-FD2C-DA4B-9C64-AE2E99DF3949}">
      <dsp:nvSpPr>
        <dsp:cNvPr id="0" name=""/>
        <dsp:cNvSpPr/>
      </dsp:nvSpPr>
      <dsp:spPr>
        <a:xfrm>
          <a:off x="2184996" y="1424898"/>
          <a:ext cx="8739986" cy="1343007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580" tIns="341124" rIns="169580" bIns="34112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Include start/end nodes, activities, decisions.</a:t>
          </a:r>
        </a:p>
      </dsp:txBody>
      <dsp:txXfrm>
        <a:off x="2184996" y="1424898"/>
        <a:ext cx="8739986" cy="1343007"/>
      </dsp:txXfrm>
    </dsp:sp>
    <dsp:sp modelId="{B0F1F1D3-B007-FA45-A51E-E0BF44DEFF26}">
      <dsp:nvSpPr>
        <dsp:cNvPr id="0" name=""/>
        <dsp:cNvSpPr/>
      </dsp:nvSpPr>
      <dsp:spPr>
        <a:xfrm>
          <a:off x="0" y="1424898"/>
          <a:ext cx="2184996" cy="1343007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60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23" tIns="132659" rIns="115623" bIns="13265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Include</a:t>
          </a:r>
        </a:p>
      </dsp:txBody>
      <dsp:txXfrm>
        <a:off x="0" y="1424898"/>
        <a:ext cx="2184996" cy="1343007"/>
      </dsp:txXfrm>
    </dsp:sp>
    <dsp:sp modelId="{636964C4-CF1F-1948-8DC4-DCF640E117F9}">
      <dsp:nvSpPr>
        <dsp:cNvPr id="0" name=""/>
        <dsp:cNvSpPr/>
      </dsp:nvSpPr>
      <dsp:spPr>
        <a:xfrm>
          <a:off x="2184996" y="2848486"/>
          <a:ext cx="8739986" cy="1343007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580" tIns="341124" rIns="169580" bIns="34112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Show parallel or alternative paths.</a:t>
          </a:r>
        </a:p>
      </dsp:txBody>
      <dsp:txXfrm>
        <a:off x="2184996" y="2848486"/>
        <a:ext cx="8739986" cy="1343007"/>
      </dsp:txXfrm>
    </dsp:sp>
    <dsp:sp modelId="{18EA1285-14A2-5D42-A334-8CFFF5FB5559}">
      <dsp:nvSpPr>
        <dsp:cNvPr id="0" name=""/>
        <dsp:cNvSpPr/>
      </dsp:nvSpPr>
      <dsp:spPr>
        <a:xfrm>
          <a:off x="0" y="2848486"/>
          <a:ext cx="2184996" cy="1343007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23" tIns="132659" rIns="115623" bIns="13265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Show</a:t>
          </a:r>
        </a:p>
      </dsp:txBody>
      <dsp:txXfrm>
        <a:off x="0" y="2848486"/>
        <a:ext cx="2184996" cy="134300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EC20DB-7E6F-4B78-B344-1AC7C4729861}">
      <dsp:nvSpPr>
        <dsp:cNvPr id="0" name=""/>
        <dsp:cNvSpPr/>
      </dsp:nvSpPr>
      <dsp:spPr>
        <a:xfrm>
          <a:off x="946401" y="818978"/>
          <a:ext cx="1451600" cy="14516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4575D-5E69-4817-A3F6-8DF85C1A2EDF}">
      <dsp:nvSpPr>
        <dsp:cNvPr id="0" name=""/>
        <dsp:cNvSpPr/>
      </dsp:nvSpPr>
      <dsp:spPr>
        <a:xfrm>
          <a:off x="5931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Show time-ordered message exchanges between objects.</a:t>
          </a:r>
        </a:p>
      </dsp:txBody>
      <dsp:txXfrm>
        <a:off x="59312" y="2653826"/>
        <a:ext cx="3225778" cy="720000"/>
      </dsp:txXfrm>
    </dsp:sp>
    <dsp:sp modelId="{26B05669-019D-43A8-9EC0-B9AEAC86A6F5}">
      <dsp:nvSpPr>
        <dsp:cNvPr id="0" name=""/>
        <dsp:cNvSpPr/>
      </dsp:nvSpPr>
      <dsp:spPr>
        <a:xfrm>
          <a:off x="4736691" y="818978"/>
          <a:ext cx="1451600" cy="14516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DC99E-4641-4168-B98C-664C29B8C5FE}">
      <dsp:nvSpPr>
        <dsp:cNvPr id="0" name=""/>
        <dsp:cNvSpPr/>
      </dsp:nvSpPr>
      <dsp:spPr>
        <a:xfrm>
          <a:off x="384960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Lifelines represent participants; arrows show messages.</a:t>
          </a:r>
        </a:p>
      </dsp:txBody>
      <dsp:txXfrm>
        <a:off x="3849602" y="2653826"/>
        <a:ext cx="3225778" cy="720000"/>
      </dsp:txXfrm>
    </dsp:sp>
    <dsp:sp modelId="{2473A5B9-AC7F-4DFB-9FBB-EB582F46711A}">
      <dsp:nvSpPr>
        <dsp:cNvPr id="0" name=""/>
        <dsp:cNvSpPr/>
      </dsp:nvSpPr>
      <dsp:spPr>
        <a:xfrm>
          <a:off x="8526981" y="818978"/>
          <a:ext cx="1451600" cy="14516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6E59D-C19F-4E6A-A43D-308268F87C43}">
      <dsp:nvSpPr>
        <dsp:cNvPr id="0" name=""/>
        <dsp:cNvSpPr/>
      </dsp:nvSpPr>
      <dsp:spPr>
        <a:xfrm>
          <a:off x="763989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Clarify runtime interactions for specific scenarios.</a:t>
          </a:r>
        </a:p>
      </dsp:txBody>
      <dsp:txXfrm>
        <a:off x="7639892" y="2653826"/>
        <a:ext cx="3225778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CD625-678F-4B4A-9C36-BB35A9D3D4FC}">
      <dsp:nvSpPr>
        <dsp:cNvPr id="0" name=""/>
        <dsp:cNvSpPr/>
      </dsp:nvSpPr>
      <dsp:spPr>
        <a:xfrm>
          <a:off x="848612" y="981759"/>
          <a:ext cx="1258686" cy="1258686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C2A5C-7C32-4287-BA3F-EA88BE6D2337}">
      <dsp:nvSpPr>
        <dsp:cNvPr id="0" name=""/>
        <dsp:cNvSpPr/>
      </dsp:nvSpPr>
      <dsp:spPr>
        <a:xfrm>
          <a:off x="1116857" y="1250004"/>
          <a:ext cx="722197" cy="7221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6F2F25-3A7A-451A-A838-A600CCF1FC27}">
      <dsp:nvSpPr>
        <dsp:cNvPr id="0" name=""/>
        <dsp:cNvSpPr/>
      </dsp:nvSpPr>
      <dsp:spPr>
        <a:xfrm>
          <a:off x="446245" y="2632496"/>
          <a:ext cx="206342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Class Diagram — Structure — Represents object relationships.</a:t>
          </a:r>
        </a:p>
      </dsp:txBody>
      <dsp:txXfrm>
        <a:off x="446245" y="2632496"/>
        <a:ext cx="2063420" cy="720000"/>
      </dsp:txXfrm>
    </dsp:sp>
    <dsp:sp modelId="{9BB79DDA-47D6-46ED-A344-4FCA44A453BD}">
      <dsp:nvSpPr>
        <dsp:cNvPr id="0" name=""/>
        <dsp:cNvSpPr/>
      </dsp:nvSpPr>
      <dsp:spPr>
        <a:xfrm>
          <a:off x="3273132" y="981759"/>
          <a:ext cx="1258686" cy="1258686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0DCC4-E165-4C1B-B4BD-83FF495D344E}">
      <dsp:nvSpPr>
        <dsp:cNvPr id="0" name=""/>
        <dsp:cNvSpPr/>
      </dsp:nvSpPr>
      <dsp:spPr>
        <a:xfrm>
          <a:off x="3541377" y="1250004"/>
          <a:ext cx="722197" cy="7221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F7D68-43BB-4075-A3CE-CA62F0494A97}">
      <dsp:nvSpPr>
        <dsp:cNvPr id="0" name=""/>
        <dsp:cNvSpPr/>
      </dsp:nvSpPr>
      <dsp:spPr>
        <a:xfrm>
          <a:off x="2870765" y="2632496"/>
          <a:ext cx="206342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Use Case Diagram — Functionality — Captures external interactions.</a:t>
          </a:r>
        </a:p>
      </dsp:txBody>
      <dsp:txXfrm>
        <a:off x="2870765" y="2632496"/>
        <a:ext cx="2063420" cy="720000"/>
      </dsp:txXfrm>
    </dsp:sp>
    <dsp:sp modelId="{03641D83-766A-47EF-8815-8652035A300C}">
      <dsp:nvSpPr>
        <dsp:cNvPr id="0" name=""/>
        <dsp:cNvSpPr/>
      </dsp:nvSpPr>
      <dsp:spPr>
        <a:xfrm>
          <a:off x="5697651" y="981759"/>
          <a:ext cx="1258686" cy="1258686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B05FA-CEE0-4431-AA3C-21ACEC6F445E}">
      <dsp:nvSpPr>
        <dsp:cNvPr id="0" name=""/>
        <dsp:cNvSpPr/>
      </dsp:nvSpPr>
      <dsp:spPr>
        <a:xfrm>
          <a:off x="5965896" y="1250004"/>
          <a:ext cx="722197" cy="7221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85DB0-46AE-4EC0-8537-9B0E817F3158}">
      <dsp:nvSpPr>
        <dsp:cNvPr id="0" name=""/>
        <dsp:cNvSpPr/>
      </dsp:nvSpPr>
      <dsp:spPr>
        <a:xfrm>
          <a:off x="5295284" y="2632496"/>
          <a:ext cx="206342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Activity Diagram — Flow — Models dynamic behavior/workflows.</a:t>
          </a:r>
        </a:p>
      </dsp:txBody>
      <dsp:txXfrm>
        <a:off x="5295284" y="2632496"/>
        <a:ext cx="2063420" cy="720000"/>
      </dsp:txXfrm>
    </dsp:sp>
    <dsp:sp modelId="{EE1AF15B-B92C-4AE9-95BA-3F6CF39DFA89}">
      <dsp:nvSpPr>
        <dsp:cNvPr id="0" name=""/>
        <dsp:cNvSpPr/>
      </dsp:nvSpPr>
      <dsp:spPr>
        <a:xfrm>
          <a:off x="8122171" y="981759"/>
          <a:ext cx="1258686" cy="1258686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5928E8-5C08-413F-A24C-8848AE2A2C46}">
      <dsp:nvSpPr>
        <dsp:cNvPr id="0" name=""/>
        <dsp:cNvSpPr/>
      </dsp:nvSpPr>
      <dsp:spPr>
        <a:xfrm>
          <a:off x="8390416" y="1250004"/>
          <a:ext cx="722197" cy="7221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25A5D-CFAF-4381-8338-D25A0F7C0CCC}">
      <dsp:nvSpPr>
        <dsp:cNvPr id="0" name=""/>
        <dsp:cNvSpPr/>
      </dsp:nvSpPr>
      <dsp:spPr>
        <a:xfrm>
          <a:off x="7719804" y="2632496"/>
          <a:ext cx="206342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Sequence Diagram — Interaction — Shows time-ordered messages.</a:t>
          </a:r>
        </a:p>
      </dsp:txBody>
      <dsp:txXfrm>
        <a:off x="7719804" y="2632496"/>
        <a:ext cx="206342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927D40-89A5-4834-8337-ABAD358E8DBC}">
      <dsp:nvSpPr>
        <dsp:cNvPr id="0" name=""/>
        <dsp:cNvSpPr/>
      </dsp:nvSpPr>
      <dsp:spPr>
        <a:xfrm>
          <a:off x="677681" y="581262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00C20A-4497-47E8-B7B2-22E8E59BD6AB}">
      <dsp:nvSpPr>
        <dsp:cNvPr id="0" name=""/>
        <dsp:cNvSpPr/>
      </dsp:nvSpPr>
      <dsp:spPr>
        <a:xfrm>
          <a:off x="1079868" y="983449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EB005-B3EE-4FA7-BBD3-075E5E3930E9}">
      <dsp:nvSpPr>
        <dsp:cNvPr id="0" name=""/>
        <dsp:cNvSpPr/>
      </dsp:nvSpPr>
      <dsp:spPr>
        <a:xfrm>
          <a:off x="74399" y="305626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UML bridges conceptual and implementation design.</a:t>
          </a:r>
        </a:p>
      </dsp:txBody>
      <dsp:txXfrm>
        <a:off x="74399" y="3056261"/>
        <a:ext cx="3093750" cy="720000"/>
      </dsp:txXfrm>
    </dsp:sp>
    <dsp:sp modelId="{E23EDE16-D4B8-4B6F-9E01-2B45599991DC}">
      <dsp:nvSpPr>
        <dsp:cNvPr id="0" name=""/>
        <dsp:cNvSpPr/>
      </dsp:nvSpPr>
      <dsp:spPr>
        <a:xfrm>
          <a:off x="4312837" y="581262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24FADA-34E4-4456-8262-23DC4A9D6958}">
      <dsp:nvSpPr>
        <dsp:cNvPr id="0" name=""/>
        <dsp:cNvSpPr/>
      </dsp:nvSpPr>
      <dsp:spPr>
        <a:xfrm>
          <a:off x="4715024" y="983449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2D86B-7B39-44B0-AAE6-588A853152A1}">
      <dsp:nvSpPr>
        <dsp:cNvPr id="0" name=""/>
        <dsp:cNvSpPr/>
      </dsp:nvSpPr>
      <dsp:spPr>
        <a:xfrm>
          <a:off x="3709556" y="305626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Key takeaway: choose diagram type based on the design question.</a:t>
          </a:r>
        </a:p>
      </dsp:txBody>
      <dsp:txXfrm>
        <a:off x="3709556" y="3056261"/>
        <a:ext cx="3093750" cy="720000"/>
      </dsp:txXfrm>
    </dsp:sp>
    <dsp:sp modelId="{9D444D9F-7F47-407E-AE26-D2B7D14A3CD1}">
      <dsp:nvSpPr>
        <dsp:cNvPr id="0" name=""/>
        <dsp:cNvSpPr/>
      </dsp:nvSpPr>
      <dsp:spPr>
        <a:xfrm>
          <a:off x="7947993" y="581262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EC29BE-A5F5-4770-8174-C7575C710428}">
      <dsp:nvSpPr>
        <dsp:cNvPr id="0" name=""/>
        <dsp:cNvSpPr/>
      </dsp:nvSpPr>
      <dsp:spPr>
        <a:xfrm>
          <a:off x="8350181" y="983449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306B1-39A3-40F4-B4AA-5570E3E61DB4}">
      <dsp:nvSpPr>
        <dsp:cNvPr id="0" name=""/>
        <dsp:cNvSpPr/>
      </dsp:nvSpPr>
      <dsp:spPr>
        <a:xfrm>
          <a:off x="7344712" y="305626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UML : Foundation for applying Design Patterns.</a:t>
          </a:r>
        </a:p>
      </dsp:txBody>
      <dsp:txXfrm>
        <a:off x="7344712" y="3056261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134" y="0"/>
            <a:ext cx="9960556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371" y="0"/>
            <a:ext cx="994608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52675-C9C1-D0EE-6A19-90A7AD1AC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6" y="1999615"/>
            <a:ext cx="9141618" cy="2764028"/>
          </a:xfrm>
        </p:spPr>
        <p:txBody>
          <a:bodyPr anchor="ctr">
            <a:normAutofit/>
          </a:bodyPr>
          <a:lstStyle/>
          <a:p>
            <a:r>
              <a:rPr lang="en-US" sz="7100" dirty="0"/>
              <a:t>Lecture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AC18C-0DB3-5CD9-6DC8-E95C4D088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399" y="5645150"/>
            <a:ext cx="8256026" cy="631825"/>
          </a:xfrm>
        </p:spPr>
        <p:txBody>
          <a:bodyPr anchor="ctr">
            <a:normAutofit/>
          </a:bodyPr>
          <a:lstStyle/>
          <a:p>
            <a:r>
              <a:rPr lang="en-US" sz="2800" dirty="0"/>
              <a:t>UML Diagrams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7591" y="5524786"/>
            <a:ext cx="4753642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92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>
            <a:normAutofit/>
          </a:bodyPr>
          <a:lstStyle/>
          <a:p>
            <a:r>
              <a:rPr lang="en-US" sz="5300" dirty="0"/>
              <a:t>UML and System Modeling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1" y="1865313"/>
            <a:ext cx="10421446" cy="18288"/>
          </a:xfrm>
          <a:custGeom>
            <a:avLst/>
            <a:gdLst>
              <a:gd name="connsiteX0" fmla="*/ 0 w 10421446"/>
              <a:gd name="connsiteY0" fmla="*/ 0 h 18288"/>
              <a:gd name="connsiteX1" fmla="*/ 903192 w 10421446"/>
              <a:gd name="connsiteY1" fmla="*/ 0 h 18288"/>
              <a:gd name="connsiteX2" fmla="*/ 1389526 w 10421446"/>
              <a:gd name="connsiteY2" fmla="*/ 0 h 18288"/>
              <a:gd name="connsiteX3" fmla="*/ 2188504 w 10421446"/>
              <a:gd name="connsiteY3" fmla="*/ 0 h 18288"/>
              <a:gd name="connsiteX4" fmla="*/ 2674838 w 10421446"/>
              <a:gd name="connsiteY4" fmla="*/ 0 h 18288"/>
              <a:gd name="connsiteX5" fmla="*/ 3369601 w 10421446"/>
              <a:gd name="connsiteY5" fmla="*/ 0 h 18288"/>
              <a:gd name="connsiteX6" fmla="*/ 4168578 w 10421446"/>
              <a:gd name="connsiteY6" fmla="*/ 0 h 18288"/>
              <a:gd name="connsiteX7" fmla="*/ 4550698 w 10421446"/>
              <a:gd name="connsiteY7" fmla="*/ 0 h 18288"/>
              <a:gd name="connsiteX8" fmla="*/ 4932818 w 10421446"/>
              <a:gd name="connsiteY8" fmla="*/ 0 h 18288"/>
              <a:gd name="connsiteX9" fmla="*/ 5836010 w 10421446"/>
              <a:gd name="connsiteY9" fmla="*/ 0 h 18288"/>
              <a:gd name="connsiteX10" fmla="*/ 6530773 w 10421446"/>
              <a:gd name="connsiteY10" fmla="*/ 0 h 18288"/>
              <a:gd name="connsiteX11" fmla="*/ 6912893 w 10421446"/>
              <a:gd name="connsiteY11" fmla="*/ 0 h 18288"/>
              <a:gd name="connsiteX12" fmla="*/ 7607656 w 10421446"/>
              <a:gd name="connsiteY12" fmla="*/ 0 h 18288"/>
              <a:gd name="connsiteX13" fmla="*/ 8510848 w 10421446"/>
              <a:gd name="connsiteY13" fmla="*/ 0 h 18288"/>
              <a:gd name="connsiteX14" fmla="*/ 9101396 w 10421446"/>
              <a:gd name="connsiteY14" fmla="*/ 0 h 18288"/>
              <a:gd name="connsiteX15" fmla="*/ 9691945 w 10421446"/>
              <a:gd name="connsiteY15" fmla="*/ 0 h 18288"/>
              <a:gd name="connsiteX16" fmla="*/ 10421446 w 10421446"/>
              <a:gd name="connsiteY16" fmla="*/ 0 h 18288"/>
              <a:gd name="connsiteX17" fmla="*/ 10421446 w 10421446"/>
              <a:gd name="connsiteY17" fmla="*/ 18288 h 18288"/>
              <a:gd name="connsiteX18" fmla="*/ 9726683 w 10421446"/>
              <a:gd name="connsiteY18" fmla="*/ 18288 h 18288"/>
              <a:gd name="connsiteX19" fmla="*/ 8927705 w 10421446"/>
              <a:gd name="connsiteY19" fmla="*/ 18288 h 18288"/>
              <a:gd name="connsiteX20" fmla="*/ 8128728 w 10421446"/>
              <a:gd name="connsiteY20" fmla="*/ 18288 h 18288"/>
              <a:gd name="connsiteX21" fmla="*/ 7642394 w 10421446"/>
              <a:gd name="connsiteY21" fmla="*/ 18288 h 18288"/>
              <a:gd name="connsiteX22" fmla="*/ 6739202 w 10421446"/>
              <a:gd name="connsiteY22" fmla="*/ 18288 h 18288"/>
              <a:gd name="connsiteX23" fmla="*/ 6044439 w 10421446"/>
              <a:gd name="connsiteY23" fmla="*/ 18288 h 18288"/>
              <a:gd name="connsiteX24" fmla="*/ 5662319 w 10421446"/>
              <a:gd name="connsiteY24" fmla="*/ 18288 h 18288"/>
              <a:gd name="connsiteX25" fmla="*/ 4967556 w 10421446"/>
              <a:gd name="connsiteY25" fmla="*/ 18288 h 18288"/>
              <a:gd name="connsiteX26" fmla="*/ 4377007 w 10421446"/>
              <a:gd name="connsiteY26" fmla="*/ 18288 h 18288"/>
              <a:gd name="connsiteX27" fmla="*/ 3786459 w 10421446"/>
              <a:gd name="connsiteY27" fmla="*/ 18288 h 18288"/>
              <a:gd name="connsiteX28" fmla="*/ 3195910 w 10421446"/>
              <a:gd name="connsiteY28" fmla="*/ 18288 h 18288"/>
              <a:gd name="connsiteX29" fmla="*/ 2605362 w 10421446"/>
              <a:gd name="connsiteY29" fmla="*/ 18288 h 18288"/>
              <a:gd name="connsiteX30" fmla="*/ 1806384 w 10421446"/>
              <a:gd name="connsiteY30" fmla="*/ 18288 h 18288"/>
              <a:gd name="connsiteX31" fmla="*/ 1111621 w 10421446"/>
              <a:gd name="connsiteY31" fmla="*/ 18288 h 18288"/>
              <a:gd name="connsiteX32" fmla="*/ 729501 w 10421446"/>
              <a:gd name="connsiteY32" fmla="*/ 18288 h 18288"/>
              <a:gd name="connsiteX33" fmla="*/ 0 w 10421446"/>
              <a:gd name="connsiteY33" fmla="*/ 18288 h 18288"/>
              <a:gd name="connsiteX34" fmla="*/ 0 w 10421446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1446" h="18288" fill="none" extrusionOk="0">
                <a:moveTo>
                  <a:pt x="0" y="0"/>
                </a:moveTo>
                <a:cubicBezTo>
                  <a:pt x="266543" y="40386"/>
                  <a:pt x="629193" y="-8096"/>
                  <a:pt x="903192" y="0"/>
                </a:cubicBezTo>
                <a:cubicBezTo>
                  <a:pt x="1177191" y="8096"/>
                  <a:pt x="1155338" y="16929"/>
                  <a:pt x="1389526" y="0"/>
                </a:cubicBezTo>
                <a:cubicBezTo>
                  <a:pt x="1623714" y="-16929"/>
                  <a:pt x="1918199" y="14006"/>
                  <a:pt x="2188504" y="0"/>
                </a:cubicBezTo>
                <a:cubicBezTo>
                  <a:pt x="2458809" y="-14006"/>
                  <a:pt x="2562505" y="-21891"/>
                  <a:pt x="2674838" y="0"/>
                </a:cubicBezTo>
                <a:cubicBezTo>
                  <a:pt x="2787171" y="21891"/>
                  <a:pt x="3174047" y="9189"/>
                  <a:pt x="3369601" y="0"/>
                </a:cubicBezTo>
                <a:cubicBezTo>
                  <a:pt x="3565155" y="-9189"/>
                  <a:pt x="3936250" y="-11118"/>
                  <a:pt x="4168578" y="0"/>
                </a:cubicBezTo>
                <a:cubicBezTo>
                  <a:pt x="4400906" y="11118"/>
                  <a:pt x="4453802" y="-5805"/>
                  <a:pt x="4550698" y="0"/>
                </a:cubicBezTo>
                <a:cubicBezTo>
                  <a:pt x="4647594" y="5805"/>
                  <a:pt x="4849807" y="8451"/>
                  <a:pt x="4932818" y="0"/>
                </a:cubicBezTo>
                <a:cubicBezTo>
                  <a:pt x="5015829" y="-8451"/>
                  <a:pt x="5571138" y="30760"/>
                  <a:pt x="5836010" y="0"/>
                </a:cubicBezTo>
                <a:cubicBezTo>
                  <a:pt x="6100882" y="-30760"/>
                  <a:pt x="6279363" y="23792"/>
                  <a:pt x="6530773" y="0"/>
                </a:cubicBezTo>
                <a:cubicBezTo>
                  <a:pt x="6782183" y="-23792"/>
                  <a:pt x="6789292" y="16544"/>
                  <a:pt x="6912893" y="0"/>
                </a:cubicBezTo>
                <a:cubicBezTo>
                  <a:pt x="7036494" y="-16544"/>
                  <a:pt x="7282428" y="-31499"/>
                  <a:pt x="7607656" y="0"/>
                </a:cubicBezTo>
                <a:cubicBezTo>
                  <a:pt x="7932884" y="31499"/>
                  <a:pt x="8255179" y="44205"/>
                  <a:pt x="8510848" y="0"/>
                </a:cubicBezTo>
                <a:cubicBezTo>
                  <a:pt x="8766517" y="-44205"/>
                  <a:pt x="8932971" y="23937"/>
                  <a:pt x="9101396" y="0"/>
                </a:cubicBezTo>
                <a:cubicBezTo>
                  <a:pt x="9269821" y="-23937"/>
                  <a:pt x="9414097" y="29147"/>
                  <a:pt x="9691945" y="0"/>
                </a:cubicBezTo>
                <a:cubicBezTo>
                  <a:pt x="9969793" y="-29147"/>
                  <a:pt x="10269441" y="13129"/>
                  <a:pt x="10421446" y="0"/>
                </a:cubicBezTo>
                <a:cubicBezTo>
                  <a:pt x="10421784" y="7640"/>
                  <a:pt x="10420996" y="11289"/>
                  <a:pt x="10421446" y="18288"/>
                </a:cubicBezTo>
                <a:cubicBezTo>
                  <a:pt x="10169428" y="23076"/>
                  <a:pt x="10040912" y="-13387"/>
                  <a:pt x="9726683" y="18288"/>
                </a:cubicBezTo>
                <a:cubicBezTo>
                  <a:pt x="9412454" y="49963"/>
                  <a:pt x="9246638" y="13850"/>
                  <a:pt x="8927705" y="18288"/>
                </a:cubicBezTo>
                <a:cubicBezTo>
                  <a:pt x="8608772" y="22726"/>
                  <a:pt x="8316092" y="5310"/>
                  <a:pt x="8128728" y="18288"/>
                </a:cubicBezTo>
                <a:cubicBezTo>
                  <a:pt x="7941364" y="31266"/>
                  <a:pt x="7821946" y="19978"/>
                  <a:pt x="7642394" y="18288"/>
                </a:cubicBezTo>
                <a:cubicBezTo>
                  <a:pt x="7462842" y="16598"/>
                  <a:pt x="7160658" y="46195"/>
                  <a:pt x="6739202" y="18288"/>
                </a:cubicBezTo>
                <a:cubicBezTo>
                  <a:pt x="6317746" y="-9619"/>
                  <a:pt x="6347952" y="10328"/>
                  <a:pt x="6044439" y="18288"/>
                </a:cubicBezTo>
                <a:cubicBezTo>
                  <a:pt x="5740926" y="26248"/>
                  <a:pt x="5792730" y="36246"/>
                  <a:pt x="5662319" y="18288"/>
                </a:cubicBezTo>
                <a:cubicBezTo>
                  <a:pt x="5531908" y="330"/>
                  <a:pt x="5294507" y="22631"/>
                  <a:pt x="4967556" y="18288"/>
                </a:cubicBezTo>
                <a:cubicBezTo>
                  <a:pt x="4640605" y="13945"/>
                  <a:pt x="4618645" y="2443"/>
                  <a:pt x="4377007" y="18288"/>
                </a:cubicBezTo>
                <a:cubicBezTo>
                  <a:pt x="4135369" y="34133"/>
                  <a:pt x="4036032" y="38384"/>
                  <a:pt x="3786459" y="18288"/>
                </a:cubicBezTo>
                <a:cubicBezTo>
                  <a:pt x="3536886" y="-1808"/>
                  <a:pt x="3433532" y="37191"/>
                  <a:pt x="3195910" y="18288"/>
                </a:cubicBezTo>
                <a:cubicBezTo>
                  <a:pt x="2958288" y="-615"/>
                  <a:pt x="2775620" y="7282"/>
                  <a:pt x="2605362" y="18288"/>
                </a:cubicBezTo>
                <a:cubicBezTo>
                  <a:pt x="2435104" y="29294"/>
                  <a:pt x="2045682" y="34103"/>
                  <a:pt x="1806384" y="18288"/>
                </a:cubicBezTo>
                <a:cubicBezTo>
                  <a:pt x="1567086" y="2473"/>
                  <a:pt x="1334795" y="2507"/>
                  <a:pt x="1111621" y="18288"/>
                </a:cubicBezTo>
                <a:cubicBezTo>
                  <a:pt x="888447" y="34069"/>
                  <a:pt x="881093" y="28150"/>
                  <a:pt x="729501" y="18288"/>
                </a:cubicBezTo>
                <a:cubicBezTo>
                  <a:pt x="577909" y="8426"/>
                  <a:pt x="180699" y="-6923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1446" h="18288" stroke="0" extrusionOk="0">
                <a:moveTo>
                  <a:pt x="0" y="0"/>
                </a:moveTo>
                <a:cubicBezTo>
                  <a:pt x="265895" y="-13146"/>
                  <a:pt x="409783" y="-16250"/>
                  <a:pt x="590549" y="0"/>
                </a:cubicBezTo>
                <a:cubicBezTo>
                  <a:pt x="771315" y="16250"/>
                  <a:pt x="873851" y="-7264"/>
                  <a:pt x="972668" y="0"/>
                </a:cubicBezTo>
                <a:cubicBezTo>
                  <a:pt x="1071485" y="7264"/>
                  <a:pt x="1494533" y="-2828"/>
                  <a:pt x="1875860" y="0"/>
                </a:cubicBezTo>
                <a:cubicBezTo>
                  <a:pt x="2257187" y="2828"/>
                  <a:pt x="2280468" y="-28651"/>
                  <a:pt x="2466409" y="0"/>
                </a:cubicBezTo>
                <a:cubicBezTo>
                  <a:pt x="2652350" y="28651"/>
                  <a:pt x="2780672" y="-14794"/>
                  <a:pt x="3056957" y="0"/>
                </a:cubicBezTo>
                <a:cubicBezTo>
                  <a:pt x="3333242" y="14794"/>
                  <a:pt x="3776466" y="-6198"/>
                  <a:pt x="3960149" y="0"/>
                </a:cubicBezTo>
                <a:cubicBezTo>
                  <a:pt x="4143832" y="6198"/>
                  <a:pt x="4286540" y="20367"/>
                  <a:pt x="4446484" y="0"/>
                </a:cubicBezTo>
                <a:cubicBezTo>
                  <a:pt x="4606429" y="-20367"/>
                  <a:pt x="5046693" y="21561"/>
                  <a:pt x="5349676" y="0"/>
                </a:cubicBezTo>
                <a:cubicBezTo>
                  <a:pt x="5652659" y="-21561"/>
                  <a:pt x="5842814" y="13545"/>
                  <a:pt x="6252868" y="0"/>
                </a:cubicBezTo>
                <a:cubicBezTo>
                  <a:pt x="6662922" y="-13545"/>
                  <a:pt x="6690572" y="-14512"/>
                  <a:pt x="6947631" y="0"/>
                </a:cubicBezTo>
                <a:cubicBezTo>
                  <a:pt x="7204690" y="14512"/>
                  <a:pt x="7621419" y="-14123"/>
                  <a:pt x="7850823" y="0"/>
                </a:cubicBezTo>
                <a:cubicBezTo>
                  <a:pt x="8080227" y="14123"/>
                  <a:pt x="8272600" y="-26639"/>
                  <a:pt x="8441371" y="0"/>
                </a:cubicBezTo>
                <a:cubicBezTo>
                  <a:pt x="8610142" y="26639"/>
                  <a:pt x="8815759" y="5164"/>
                  <a:pt x="9031920" y="0"/>
                </a:cubicBezTo>
                <a:cubicBezTo>
                  <a:pt x="9248081" y="-5164"/>
                  <a:pt x="9557644" y="-22597"/>
                  <a:pt x="9830897" y="0"/>
                </a:cubicBezTo>
                <a:cubicBezTo>
                  <a:pt x="10104150" y="22597"/>
                  <a:pt x="10163656" y="-15658"/>
                  <a:pt x="10421446" y="0"/>
                </a:cubicBezTo>
                <a:cubicBezTo>
                  <a:pt x="10421571" y="4395"/>
                  <a:pt x="10421371" y="9776"/>
                  <a:pt x="10421446" y="18288"/>
                </a:cubicBezTo>
                <a:cubicBezTo>
                  <a:pt x="10240847" y="-14925"/>
                  <a:pt x="9873564" y="25763"/>
                  <a:pt x="9622468" y="18288"/>
                </a:cubicBezTo>
                <a:cubicBezTo>
                  <a:pt x="9371372" y="10813"/>
                  <a:pt x="9166491" y="18558"/>
                  <a:pt x="8927705" y="18288"/>
                </a:cubicBezTo>
                <a:cubicBezTo>
                  <a:pt x="8688919" y="18018"/>
                  <a:pt x="8689888" y="4445"/>
                  <a:pt x="8545586" y="18288"/>
                </a:cubicBezTo>
                <a:cubicBezTo>
                  <a:pt x="8401284" y="32131"/>
                  <a:pt x="8240244" y="20853"/>
                  <a:pt x="8059252" y="18288"/>
                </a:cubicBezTo>
                <a:cubicBezTo>
                  <a:pt x="7878260" y="15723"/>
                  <a:pt x="7478813" y="-9520"/>
                  <a:pt x="7156060" y="18288"/>
                </a:cubicBezTo>
                <a:cubicBezTo>
                  <a:pt x="6833307" y="46096"/>
                  <a:pt x="6755593" y="39841"/>
                  <a:pt x="6461297" y="18288"/>
                </a:cubicBezTo>
                <a:cubicBezTo>
                  <a:pt x="6167001" y="-3265"/>
                  <a:pt x="6158306" y="25783"/>
                  <a:pt x="5974962" y="18288"/>
                </a:cubicBezTo>
                <a:cubicBezTo>
                  <a:pt x="5791618" y="10793"/>
                  <a:pt x="5570111" y="7336"/>
                  <a:pt x="5280199" y="18288"/>
                </a:cubicBezTo>
                <a:cubicBezTo>
                  <a:pt x="4990287" y="29240"/>
                  <a:pt x="5085259" y="20004"/>
                  <a:pt x="4898080" y="18288"/>
                </a:cubicBezTo>
                <a:cubicBezTo>
                  <a:pt x="4710901" y="16572"/>
                  <a:pt x="4604566" y="8228"/>
                  <a:pt x="4515960" y="18288"/>
                </a:cubicBezTo>
                <a:cubicBezTo>
                  <a:pt x="4427354" y="28348"/>
                  <a:pt x="4059659" y="36890"/>
                  <a:pt x="3821197" y="18288"/>
                </a:cubicBezTo>
                <a:cubicBezTo>
                  <a:pt x="3582735" y="-314"/>
                  <a:pt x="3466211" y="35834"/>
                  <a:pt x="3334863" y="18288"/>
                </a:cubicBezTo>
                <a:cubicBezTo>
                  <a:pt x="3203515" y="742"/>
                  <a:pt x="2830188" y="-17445"/>
                  <a:pt x="2535885" y="18288"/>
                </a:cubicBezTo>
                <a:cubicBezTo>
                  <a:pt x="2241582" y="54021"/>
                  <a:pt x="2206481" y="18963"/>
                  <a:pt x="2049551" y="18288"/>
                </a:cubicBezTo>
                <a:cubicBezTo>
                  <a:pt x="1892621" y="17613"/>
                  <a:pt x="1433267" y="3007"/>
                  <a:pt x="1250574" y="18288"/>
                </a:cubicBezTo>
                <a:cubicBezTo>
                  <a:pt x="1067881" y="33569"/>
                  <a:pt x="987869" y="22500"/>
                  <a:pt x="868454" y="18288"/>
                </a:cubicBezTo>
                <a:cubicBezTo>
                  <a:pt x="749039" y="14076"/>
                  <a:pt x="300948" y="41213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4E33EC-C1E2-9624-472E-79F93C3155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5994891"/>
              </p:ext>
            </p:extLst>
          </p:nvPr>
        </p:nvGraphicFramePr>
        <p:xfrm>
          <a:off x="837981" y="2228087"/>
          <a:ext cx="10512862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256032"/>
            <a:ext cx="10503720" cy="1014984"/>
          </a:xfrm>
        </p:spPr>
        <p:txBody>
          <a:bodyPr anchor="b">
            <a:normAutofit/>
          </a:bodyPr>
          <a:lstStyle/>
          <a:p>
            <a:r>
              <a:t>UML Basics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A6D23A-48CB-9C11-2E48-691B4A5701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3283638"/>
              </p:ext>
            </p:extLst>
          </p:nvPr>
        </p:nvGraphicFramePr>
        <p:xfrm>
          <a:off x="837981" y="1926266"/>
          <a:ext cx="10512862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256032"/>
            <a:ext cx="10503720" cy="1014984"/>
          </a:xfrm>
        </p:spPr>
        <p:txBody>
          <a:bodyPr anchor="b">
            <a:normAutofit/>
          </a:bodyPr>
          <a:lstStyle/>
          <a:p>
            <a:r>
              <a:t>Why UML Matters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7B4595-A615-D9E7-3A1B-3AE17DE74F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5568727"/>
              </p:ext>
            </p:extLst>
          </p:nvPr>
        </p:nvGraphicFramePr>
        <p:xfrm>
          <a:off x="837981" y="1926266"/>
          <a:ext cx="10512862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Categories of UML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2657B0-2144-8650-C0A8-BE3CFD720F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51747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5557042" cy="1325563"/>
          </a:xfrm>
        </p:spPr>
        <p:txBody>
          <a:bodyPr>
            <a:normAutofit/>
          </a:bodyPr>
          <a:lstStyle/>
          <a:p>
            <a:r>
              <a:t>Classes and Objects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6036" y="1"/>
            <a:ext cx="1134770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825625"/>
            <a:ext cx="5557042" cy="4351338"/>
          </a:xfrm>
        </p:spPr>
        <p:txBody>
          <a:bodyPr>
            <a:normAutofit/>
          </a:bodyPr>
          <a:lstStyle/>
          <a:p>
            <a:endParaRPr/>
          </a:p>
          <a:p>
            <a:pPr>
              <a:spcAft>
                <a:spcPts val="600"/>
              </a:spcAft>
              <a:defRPr sz="1800"/>
            </a:pPr>
            <a:r>
              <a:t>A class defines attributes (data) and methods (behavior).</a:t>
            </a:r>
          </a:p>
          <a:p>
            <a:pPr>
              <a:spcAft>
                <a:spcPts val="600"/>
              </a:spcAft>
              <a:defRPr sz="1800"/>
            </a:pPr>
            <a:r>
              <a:t>An object is a runtime instance of a class.</a:t>
            </a:r>
          </a:p>
          <a:p>
            <a:pPr>
              <a:spcAft>
                <a:spcPts val="600"/>
              </a:spcAft>
              <a:defRPr sz="1800"/>
            </a:pPr>
            <a:r>
              <a:t>Example: Class = Student → Objects = Alice, Bob.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9533" y="2624479"/>
            <a:ext cx="812216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09785" y="1218842"/>
            <a:ext cx="2387600" cy="2386978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9533" y="0"/>
            <a:ext cx="231464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1584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2683" y="4112081"/>
            <a:ext cx="1186142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5354" y="4145122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9533" y="4962670"/>
            <a:ext cx="264266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256032"/>
            <a:ext cx="10503720" cy="1014984"/>
          </a:xfrm>
        </p:spPr>
        <p:txBody>
          <a:bodyPr anchor="b">
            <a:normAutofit/>
          </a:bodyPr>
          <a:lstStyle/>
          <a:p>
            <a:r>
              <a:t>Four Core OOP Principles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E86673-BAFF-8C4D-0CBD-44D1C83E39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2069894"/>
              </p:ext>
            </p:extLst>
          </p:nvPr>
        </p:nvGraphicFramePr>
        <p:xfrm>
          <a:off x="837981" y="1926266"/>
          <a:ext cx="10512862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1F222-E351-56F5-9768-E2BE08B43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78D0DE2-DD94-043C-BB15-19CCF0C72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ED8E4F-45B7-4512-59EC-61A69D5AB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06443"/>
          </a:xfrm>
        </p:spPr>
        <p:txBody>
          <a:bodyPr>
            <a:normAutofit/>
          </a:bodyPr>
          <a:lstStyle/>
          <a:p>
            <a:r>
              <a:rPr lang="en-US" sz="4000"/>
              <a:t>Elements of Class Diagrams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5D816ADD-F9BB-C178-55A1-FE39072D94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2349520"/>
              </p:ext>
            </p:extLst>
          </p:nvPr>
        </p:nvGraphicFramePr>
        <p:xfrm>
          <a:off x="1227946" y="1671568"/>
          <a:ext cx="1000034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3386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06443"/>
          </a:xfrm>
        </p:spPr>
        <p:txBody>
          <a:bodyPr>
            <a:normAutofit/>
          </a:bodyPr>
          <a:lstStyle/>
          <a:p>
            <a:r>
              <a:rPr lang="en-US" sz="4000" dirty="0"/>
              <a:t>Example of Class Diagrams</a:t>
            </a:r>
          </a:p>
        </p:txBody>
      </p:sp>
      <p:pic>
        <p:nvPicPr>
          <p:cNvPr id="1026" name="Picture 2" descr="UML Class Diagram - GeeksforGeeks">
            <a:extLst>
              <a:ext uri="{FF2B5EF4-FFF2-40B4-BE49-F238E27FC236}">
                <a16:creationId xmlns:a16="http://schemas.microsoft.com/office/drawing/2014/main" id="{91B11FC9-4178-2A6E-BFD0-1F3B13AFA1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22"/>
          <a:stretch>
            <a:fillRect/>
          </a:stretch>
        </p:blipFill>
        <p:spPr bwMode="auto">
          <a:xfrm>
            <a:off x="1564762" y="1465729"/>
            <a:ext cx="9435726" cy="432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256032"/>
            <a:ext cx="10503720" cy="1014984"/>
          </a:xfrm>
        </p:spPr>
        <p:txBody>
          <a:bodyPr anchor="b">
            <a:normAutofit/>
          </a:bodyPr>
          <a:lstStyle/>
          <a:p>
            <a:r>
              <a:t>Relationships Explained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8601C4-460E-29D5-CB6F-7FA766FE7D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7698232"/>
              </p:ext>
            </p:extLst>
          </p:nvPr>
        </p:nvGraphicFramePr>
        <p:xfrm>
          <a:off x="837981" y="1926266"/>
          <a:ext cx="10512862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17633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10225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630" y="1161288"/>
            <a:ext cx="3601797" cy="4526280"/>
          </a:xfrm>
        </p:spPr>
        <p:txBody>
          <a:bodyPr>
            <a:normAutofit/>
          </a:bodyPr>
          <a:lstStyle/>
          <a:p>
            <a:r>
              <a:rPr lang="en-US" sz="4000"/>
              <a:t>Example: Library System Class Diagram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506079-6F60-48E1-BAEF-A36077D44C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8831132"/>
              </p:ext>
            </p:extLst>
          </p:nvPr>
        </p:nvGraphicFramePr>
        <p:xfrm>
          <a:off x="5302138" y="676656"/>
          <a:ext cx="6362567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547A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887" y="480060"/>
            <a:ext cx="11235050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System Design for Library Management - GeeksforGeeks">
            <a:extLst>
              <a:ext uri="{FF2B5EF4-FFF2-40B4-BE49-F238E27FC236}">
                <a16:creationId xmlns:a16="http://schemas.microsoft.com/office/drawing/2014/main" id="{F35DD446-3512-5683-75A3-A41A06CC66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98560" y="643467"/>
            <a:ext cx="7791703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992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Behavioral Diagrams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07F83C-4031-F5F6-2F85-9F7EC9557F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7258533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2" y="365125"/>
            <a:ext cx="5249949" cy="1807305"/>
          </a:xfrm>
        </p:spPr>
        <p:txBody>
          <a:bodyPr>
            <a:normAutofit/>
          </a:bodyPr>
          <a:lstStyle/>
          <a:p>
            <a:r>
              <a:rPr lang="en-US"/>
              <a:t>Use Case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2333297"/>
            <a:ext cx="4618418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>
              <a:spcAft>
                <a:spcPts val="600"/>
              </a:spcAft>
              <a:defRPr sz="1800"/>
            </a:pPr>
            <a:r>
              <a:rPr lang="en-US" sz="2000" dirty="0"/>
              <a:t>Show external actors interacting with the system.</a:t>
            </a:r>
          </a:p>
          <a:p>
            <a:pPr>
              <a:spcAft>
                <a:spcPts val="600"/>
              </a:spcAft>
              <a:defRPr sz="1800"/>
            </a:pPr>
            <a:r>
              <a:rPr lang="en-US" sz="2000" dirty="0"/>
              <a:t>Focus on functional requirements and goals.</a:t>
            </a:r>
          </a:p>
          <a:p>
            <a:pPr>
              <a:spcAft>
                <a:spcPts val="600"/>
              </a:spcAft>
              <a:defRPr sz="1800"/>
            </a:pPr>
            <a:r>
              <a:rPr lang="en-US" sz="2000" dirty="0"/>
              <a:t>Elements: Actors, Use Cases, Relationships.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EB51F-6D7D-D06E-1DC0-8F3FC8933B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59" r="23646"/>
          <a:stretch>
            <a:fillRect/>
          </a:stretch>
        </p:blipFill>
        <p:spPr>
          <a:xfrm>
            <a:off x="6227592" y="10"/>
            <a:ext cx="5961233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Example: Library Borrowing Use Case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CD5FF4-EAA4-F995-693C-CCF6A3968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893830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8065" y="1418064"/>
            <a:ext cx="6875818" cy="403969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021" y="2660999"/>
            <a:ext cx="4355594" cy="403755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1467" y="1638551"/>
            <a:ext cx="6857572" cy="3580468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786" y="1201844"/>
            <a:ext cx="4808302" cy="40876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869" y="2767106"/>
            <a:ext cx="2880077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Case Diagram Example</a:t>
            </a:r>
          </a:p>
        </p:txBody>
      </p:sp>
      <p:pic>
        <p:nvPicPr>
          <p:cNvPr id="1026" name="Picture 2" descr="Use Case Diagram for Library Management System - GeeksforGeeks">
            <a:extLst>
              <a:ext uri="{FF2B5EF4-FFF2-40B4-BE49-F238E27FC236}">
                <a16:creationId xmlns:a16="http://schemas.microsoft.com/office/drawing/2014/main" id="{70E9778A-4FAB-6BCD-0A35-A627AB1CE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1255" y="846469"/>
            <a:ext cx="7223866" cy="516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918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Activity Diagrams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8E703A-347E-8979-3B3F-D2FE7ED7AD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3829814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68" name="Freeform: Shape 2067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775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70" name="Freeform: Shape 2069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7598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856" y="1122363"/>
            <a:ext cx="4022312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Example: Book Borrowing Workflow</a:t>
            </a:r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704" y="346883"/>
            <a:ext cx="146304" cy="7039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903" y="4546920"/>
            <a:ext cx="402231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Activity Diagram for Library Management System">
            <a:extLst>
              <a:ext uri="{FF2B5EF4-FFF2-40B4-BE49-F238E27FC236}">
                <a16:creationId xmlns:a16="http://schemas.microsoft.com/office/drawing/2014/main" id="{BBB6D0FB-A885-9423-5171-98F7EFF721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71" r="25813"/>
          <a:stretch>
            <a:fillRect/>
          </a:stretch>
        </p:blipFill>
        <p:spPr bwMode="auto">
          <a:xfrm>
            <a:off x="5885509" y="190106"/>
            <a:ext cx="5375562" cy="6477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Sequence Diagrams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2E101B-1B38-E46F-4DB9-137E9CF524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62771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Freeform: Shape 1032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775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5" name="Freeform: Shape 1034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7598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856" y="1122363"/>
            <a:ext cx="4022312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Example: Borrow Book Sequence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704" y="346883"/>
            <a:ext cx="146304" cy="7039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903" y="4546920"/>
            <a:ext cx="402231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Sequence diagram for library management system: a detailed guide | Gleek |  Gleek">
            <a:extLst>
              <a:ext uri="{FF2B5EF4-FFF2-40B4-BE49-F238E27FC236}">
                <a16:creationId xmlns:a16="http://schemas.microsoft.com/office/drawing/2014/main" id="{333F564F-99EE-9BDA-0F65-F9893439B4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12946" y="1014189"/>
            <a:ext cx="6407167" cy="4678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063" y="260019"/>
            <a:ext cx="11164539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277" y="509521"/>
            <a:ext cx="10229471" cy="1014984"/>
          </a:xfrm>
        </p:spPr>
        <p:txBody>
          <a:bodyPr>
            <a:normAutofit/>
          </a:bodyPr>
          <a:lstStyle/>
          <a:p>
            <a:r>
              <a:rPr lang="en-US" sz="4000"/>
              <a:t>UML Diagram Comparison Table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704" y="658327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81FE1C-976E-A161-AB70-5264C8E275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7051979"/>
              </p:ext>
            </p:extLst>
          </p:nvPr>
        </p:nvGraphicFramePr>
        <p:xfrm>
          <a:off x="1115277" y="1673352"/>
          <a:ext cx="10229471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256032"/>
            <a:ext cx="10503720" cy="1014984"/>
          </a:xfrm>
        </p:spPr>
        <p:txBody>
          <a:bodyPr anchor="b">
            <a:normAutofit/>
          </a:bodyPr>
          <a:lstStyle/>
          <a:p>
            <a:r>
              <a:t>Summary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FFB318-5DEC-9A01-9363-964A920EF4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8422127"/>
              </p:ext>
            </p:extLst>
          </p:nvPr>
        </p:nvGraphicFramePr>
        <p:xfrm>
          <a:off x="837981" y="1926266"/>
          <a:ext cx="10512862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6393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01" y="762001"/>
            <a:ext cx="5332808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601" y="2470244"/>
            <a:ext cx="5332808" cy="3769835"/>
          </a:xfrm>
        </p:spPr>
        <p:txBody>
          <a:bodyPr anchor="ctr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/>
              <a:t>Model a Coffee Ordering App: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2000" dirty="0"/>
              <a:t>1. Identify main actors and use cases.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2000" dirty="0"/>
              <a:t>2. Draw class and sequence diagrams for ordering flow.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2000" dirty="0"/>
              <a:t>3. Explain each diagram’s role in system understanding.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839FC2-2A6F-F64C-C781-5F2E1703B7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65" r="25864" b="-1"/>
          <a:stretch>
            <a:fillRect/>
          </a:stretch>
        </p:blipFill>
        <p:spPr>
          <a:xfrm>
            <a:off x="6856011" y="-10886"/>
            <a:ext cx="533281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5113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5557042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Further Reading &amp; Resources</a:t>
            </a:r>
          </a:p>
        </p:txBody>
      </p:sp>
      <p:sp>
        <p:nvSpPr>
          <p:cNvPr id="23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6036" y="1"/>
            <a:ext cx="1134770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825625"/>
            <a:ext cx="5557042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500"/>
              </a:spcAft>
            </a:pPr>
            <a:r>
              <a:rPr lang="en-US" sz="2200" dirty="0"/>
              <a:t>UML Distilled — Martin Fowler.</a:t>
            </a:r>
          </a:p>
          <a:p>
            <a:pPr>
              <a:lnSpc>
                <a:spcPct val="90000"/>
              </a:lnSpc>
              <a:spcAft>
                <a:spcPts val="500"/>
              </a:spcAft>
            </a:pPr>
            <a:r>
              <a:rPr lang="en-US" sz="2200" dirty="0"/>
              <a:t>Tutorials: </a:t>
            </a:r>
            <a:r>
              <a:rPr lang="en-US" sz="2200" dirty="0" err="1"/>
              <a:t>GeeksforGeeks</a:t>
            </a:r>
            <a:r>
              <a:rPr lang="en-US" sz="2200" dirty="0"/>
              <a:t> UML, </a:t>
            </a:r>
          </a:p>
          <a:p>
            <a:pPr>
              <a:lnSpc>
                <a:spcPct val="90000"/>
              </a:lnSpc>
              <a:spcAft>
                <a:spcPts val="500"/>
              </a:spcAft>
            </a:pPr>
            <a:r>
              <a:rPr lang="en-US" sz="2200" dirty="0"/>
              <a:t>Tools: </a:t>
            </a:r>
            <a:r>
              <a:rPr lang="en-US" sz="2200" dirty="0" err="1"/>
              <a:t>PlantUML</a:t>
            </a:r>
            <a:r>
              <a:rPr lang="en-US" sz="2200" dirty="0"/>
              <a:t>, </a:t>
            </a:r>
            <a:r>
              <a:rPr lang="en-US" sz="2200" dirty="0" err="1"/>
              <a:t>Draw.io</a:t>
            </a:r>
            <a:r>
              <a:rPr lang="en-US" sz="2200" dirty="0"/>
              <a:t> UML Templates, </a:t>
            </a:r>
            <a:r>
              <a:rPr lang="en-US" sz="2200" dirty="0" err="1"/>
              <a:t>Baeldung</a:t>
            </a:r>
            <a:r>
              <a:rPr lang="en-US" sz="2200" dirty="0"/>
              <a:t> Design Patterns.</a:t>
            </a:r>
          </a:p>
          <a:p>
            <a:pPr>
              <a:lnSpc>
                <a:spcPct val="90000"/>
              </a:lnSpc>
              <a:spcAft>
                <a:spcPts val="500"/>
              </a:spcAft>
            </a:pPr>
            <a:r>
              <a:rPr lang="en-US" sz="2200" dirty="0"/>
              <a:t>https://</a:t>
            </a:r>
            <a:r>
              <a:rPr lang="en-US" sz="2200" dirty="0" err="1"/>
              <a:t>www.lucidchart.com</a:t>
            </a:r>
            <a:r>
              <a:rPr lang="en-US" sz="2200" dirty="0"/>
              <a:t>/pages/tutorial/</a:t>
            </a:r>
            <a:r>
              <a:rPr lang="en-US" sz="2200" dirty="0" err="1"/>
              <a:t>uml</a:t>
            </a:r>
            <a:endParaRPr lang="en-US" sz="2200" dirty="0"/>
          </a:p>
          <a:p>
            <a:pPr>
              <a:lnSpc>
                <a:spcPct val="90000"/>
              </a:lnSpc>
              <a:spcAft>
                <a:spcPts val="500"/>
              </a:spcAft>
            </a:pPr>
            <a:r>
              <a:rPr lang="en-US" sz="2200" dirty="0"/>
              <a:t>YouTube: UML Diagrams Crash Course (</a:t>
            </a:r>
            <a:r>
              <a:rPr lang="en-US" sz="2200" dirty="0" err="1"/>
              <a:t>freeCodeCamp</a:t>
            </a:r>
            <a:r>
              <a:rPr lang="en-US" sz="2200" dirty="0"/>
              <a:t>).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9533" y="2624479"/>
            <a:ext cx="812216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09785" y="1218842"/>
            <a:ext cx="2387600" cy="2386978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9533" y="0"/>
            <a:ext cx="231464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1584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2683" y="4112081"/>
            <a:ext cx="1186142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5354" y="4145122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9533" y="4962670"/>
            <a:ext cx="264266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592</Words>
  <Application>Microsoft Macintosh PowerPoint</Application>
  <PresentationFormat>Custom</PresentationFormat>
  <Paragraphs>93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Lecture 9</vt:lpstr>
      <vt:lpstr>UML and System Modeling</vt:lpstr>
      <vt:lpstr>UML Basics</vt:lpstr>
      <vt:lpstr>Why UML Matters</vt:lpstr>
      <vt:lpstr>Categories of UML</vt:lpstr>
      <vt:lpstr>Classes and Objects</vt:lpstr>
      <vt:lpstr>Four Core OOP Principles</vt:lpstr>
      <vt:lpstr>Elements of Class Diagrams</vt:lpstr>
      <vt:lpstr>Example of Class Diagrams</vt:lpstr>
      <vt:lpstr>Relationships Explained</vt:lpstr>
      <vt:lpstr>Example: Library System Class Diagram</vt:lpstr>
      <vt:lpstr>PowerPoint Presentation</vt:lpstr>
      <vt:lpstr>Behavioral Diagrams</vt:lpstr>
      <vt:lpstr>Use Case Diagrams</vt:lpstr>
      <vt:lpstr>Example: Library Borrowing Use Case</vt:lpstr>
      <vt:lpstr>Use Case Diagram Example</vt:lpstr>
      <vt:lpstr>Activity Diagrams</vt:lpstr>
      <vt:lpstr>Example: Book Borrowing Workflow</vt:lpstr>
      <vt:lpstr>Sequence Diagrams</vt:lpstr>
      <vt:lpstr>Example: Borrow Book Sequence</vt:lpstr>
      <vt:lpstr>UML Diagram Comparison Table</vt:lpstr>
      <vt:lpstr>Summary</vt:lpstr>
      <vt:lpstr>Exercise</vt:lpstr>
      <vt:lpstr>Further Reading &amp;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Fahim Arefin</cp:lastModifiedBy>
  <cp:revision>6</cp:revision>
  <dcterms:created xsi:type="dcterms:W3CDTF">2013-01-27T09:14:16Z</dcterms:created>
  <dcterms:modified xsi:type="dcterms:W3CDTF">2025-10-11T03:53:27Z</dcterms:modified>
  <cp:category/>
</cp:coreProperties>
</file>